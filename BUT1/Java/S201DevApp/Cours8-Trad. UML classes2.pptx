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8"/>
  </p:notesMasterIdLst>
  <p:sldIdLst>
    <p:sldId id="334" r:id="rId2"/>
    <p:sldId id="420" r:id="rId3"/>
    <p:sldId id="376" r:id="rId4"/>
    <p:sldId id="419" r:id="rId5"/>
    <p:sldId id="421" r:id="rId6"/>
    <p:sldId id="399" r:id="rId7"/>
    <p:sldId id="404" r:id="rId8"/>
    <p:sldId id="422" r:id="rId9"/>
    <p:sldId id="408" r:id="rId10"/>
    <p:sldId id="409" r:id="rId11"/>
    <p:sldId id="415" r:id="rId12"/>
    <p:sldId id="416" r:id="rId13"/>
    <p:sldId id="414" r:id="rId14"/>
    <p:sldId id="406" r:id="rId15"/>
    <p:sldId id="417" r:id="rId16"/>
    <p:sldId id="418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4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632" y="-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dovic Lietard" userId="86f1c88d-cde3-4efd-85fd-82d8122313b7" providerId="ADAL" clId="{C78FDEEE-9F07-4B83-815E-A5AB9D90ACD4}"/>
    <pc:docChg chg="undo custSel addSld modSld sldOrd">
      <pc:chgData name="Ludovic Lietard" userId="86f1c88d-cde3-4efd-85fd-82d8122313b7" providerId="ADAL" clId="{C78FDEEE-9F07-4B83-815E-A5AB9D90ACD4}" dt="2026-05-19T10:26:34.769" v="918" actId="14100"/>
      <pc:docMkLst>
        <pc:docMk/>
      </pc:docMkLst>
      <pc:sldChg chg="modSp mod">
        <pc:chgData name="Ludovic Lietard" userId="86f1c88d-cde3-4efd-85fd-82d8122313b7" providerId="ADAL" clId="{C78FDEEE-9F07-4B83-815E-A5AB9D90ACD4}" dt="2026-05-19T10:03:26.855" v="208" actId="20577"/>
        <pc:sldMkLst>
          <pc:docMk/>
          <pc:sldMk cId="0" sldId="334"/>
        </pc:sldMkLst>
        <pc:spChg chg="mod">
          <ac:chgData name="Ludovic Lietard" userId="86f1c88d-cde3-4efd-85fd-82d8122313b7" providerId="ADAL" clId="{C78FDEEE-9F07-4B83-815E-A5AB9D90ACD4}" dt="2026-05-19T10:03:26.855" v="208" actId="20577"/>
          <ac:spMkLst>
            <pc:docMk/>
            <pc:sldMk cId="0" sldId="334"/>
            <ac:spMk id="138243" creationId="{D5FDC0E4-9291-E833-4BC2-B8E4987BCB15}"/>
          </ac:spMkLst>
        </pc:spChg>
      </pc:sldChg>
      <pc:sldChg chg="addSp delSp modSp mod">
        <pc:chgData name="Ludovic Lietard" userId="86f1c88d-cde3-4efd-85fd-82d8122313b7" providerId="ADAL" clId="{C78FDEEE-9F07-4B83-815E-A5AB9D90ACD4}" dt="2026-05-19T10:08:17.879" v="341" actId="1076"/>
        <pc:sldMkLst>
          <pc:docMk/>
          <pc:sldMk cId="0" sldId="376"/>
        </pc:sldMkLst>
        <pc:spChg chg="add del mod">
          <ac:chgData name="Ludovic Lietard" userId="86f1c88d-cde3-4efd-85fd-82d8122313b7" providerId="ADAL" clId="{C78FDEEE-9F07-4B83-815E-A5AB9D90ACD4}" dt="2026-05-19T10:05:29.435" v="325" actId="478"/>
          <ac:spMkLst>
            <pc:docMk/>
            <pc:sldMk cId="0" sldId="376"/>
            <ac:spMk id="2" creationId="{C7670E82-3A70-4C54-817F-1052D0FA9D73}"/>
          </ac:spMkLst>
        </pc:spChg>
        <pc:spChg chg="del mod">
          <ac:chgData name="Ludovic Lietard" userId="86f1c88d-cde3-4efd-85fd-82d8122313b7" providerId="ADAL" clId="{C78FDEEE-9F07-4B83-815E-A5AB9D90ACD4}" dt="2026-05-19T10:05:26.308" v="324" actId="478"/>
          <ac:spMkLst>
            <pc:docMk/>
            <pc:sldMk cId="0" sldId="376"/>
            <ac:spMk id="261123" creationId="{86866527-74D9-173E-71BD-1225A6F6FE5C}"/>
          </ac:spMkLst>
        </pc:spChg>
        <pc:spChg chg="mod topLvl">
          <ac:chgData name="Ludovic Lietard" userId="86f1c88d-cde3-4efd-85fd-82d8122313b7" providerId="ADAL" clId="{C78FDEEE-9F07-4B83-815E-A5AB9D90ACD4}" dt="2026-05-19T10:08:17.879" v="341" actId="1076"/>
          <ac:spMkLst>
            <pc:docMk/>
            <pc:sldMk cId="0" sldId="376"/>
            <ac:spMk id="261125" creationId="{07090262-DC04-3A86-16ED-E7F210A7F147}"/>
          </ac:spMkLst>
        </pc:spChg>
        <pc:spChg chg="mod topLvl">
          <ac:chgData name="Ludovic Lietard" userId="86f1c88d-cde3-4efd-85fd-82d8122313b7" providerId="ADAL" clId="{C78FDEEE-9F07-4B83-815E-A5AB9D90ACD4}" dt="2026-05-19T10:08:17.879" v="341" actId="1076"/>
          <ac:spMkLst>
            <pc:docMk/>
            <pc:sldMk cId="0" sldId="376"/>
            <ac:spMk id="261126" creationId="{574DF864-BFEC-FE6A-5DB1-693C0004955C}"/>
          </ac:spMkLst>
        </pc:spChg>
        <pc:spChg chg="del mod topLvl">
          <ac:chgData name="Ludovic Lietard" userId="86f1c88d-cde3-4efd-85fd-82d8122313b7" providerId="ADAL" clId="{C78FDEEE-9F07-4B83-815E-A5AB9D90ACD4}" dt="2026-05-19T10:06:27.564" v="329" actId="478"/>
          <ac:spMkLst>
            <pc:docMk/>
            <pc:sldMk cId="0" sldId="376"/>
            <ac:spMk id="261127" creationId="{CB2DB712-3157-0AF0-BBEC-5E6B496BE6F3}"/>
          </ac:spMkLst>
        </pc:spChg>
        <pc:spChg chg="mod topLvl">
          <ac:chgData name="Ludovic Lietard" userId="86f1c88d-cde3-4efd-85fd-82d8122313b7" providerId="ADAL" clId="{C78FDEEE-9F07-4B83-815E-A5AB9D90ACD4}" dt="2026-05-19T10:08:17.879" v="341" actId="1076"/>
          <ac:spMkLst>
            <pc:docMk/>
            <pc:sldMk cId="0" sldId="376"/>
            <ac:spMk id="261129" creationId="{14CD2569-B0CC-8052-8F35-DA7DE8D01331}"/>
          </ac:spMkLst>
        </pc:spChg>
        <pc:spChg chg="mod topLvl">
          <ac:chgData name="Ludovic Lietard" userId="86f1c88d-cde3-4efd-85fd-82d8122313b7" providerId="ADAL" clId="{C78FDEEE-9F07-4B83-815E-A5AB9D90ACD4}" dt="2026-05-19T10:08:17.879" v="341" actId="1076"/>
          <ac:spMkLst>
            <pc:docMk/>
            <pc:sldMk cId="0" sldId="376"/>
            <ac:spMk id="261130" creationId="{92925781-7588-C5F4-5009-AB7766F88EF1}"/>
          </ac:spMkLst>
        </pc:spChg>
        <pc:spChg chg="mod topLvl">
          <ac:chgData name="Ludovic Lietard" userId="86f1c88d-cde3-4efd-85fd-82d8122313b7" providerId="ADAL" clId="{C78FDEEE-9F07-4B83-815E-A5AB9D90ACD4}" dt="2026-05-19T10:08:17.879" v="341" actId="1076"/>
          <ac:spMkLst>
            <pc:docMk/>
            <pc:sldMk cId="0" sldId="376"/>
            <ac:spMk id="261131" creationId="{24623FDA-FB3E-4D76-7A98-564883C59D96}"/>
          </ac:spMkLst>
        </pc:spChg>
        <pc:spChg chg="mod">
          <ac:chgData name="Ludovic Lietard" userId="86f1c88d-cde3-4efd-85fd-82d8122313b7" providerId="ADAL" clId="{C78FDEEE-9F07-4B83-815E-A5AB9D90ACD4}" dt="2026-05-19T10:08:11.549" v="340" actId="1076"/>
          <ac:spMkLst>
            <pc:docMk/>
            <pc:sldMk cId="0" sldId="376"/>
            <ac:spMk id="261132" creationId="{767590A8-94C5-7845-5387-EAC5CA986E2A}"/>
          </ac:spMkLst>
        </pc:spChg>
        <pc:grpChg chg="add mod">
          <ac:chgData name="Ludovic Lietard" userId="86f1c88d-cde3-4efd-85fd-82d8122313b7" providerId="ADAL" clId="{C78FDEEE-9F07-4B83-815E-A5AB9D90ACD4}" dt="2026-05-19T10:08:17.879" v="341" actId="1076"/>
          <ac:grpSpMkLst>
            <pc:docMk/>
            <pc:sldMk cId="0" sldId="376"/>
            <ac:grpSpMk id="8" creationId="{43072647-E508-4916-A051-D80062A0FD10}"/>
          </ac:grpSpMkLst>
        </pc:grpChg>
        <pc:grpChg chg="del mod">
          <ac:chgData name="Ludovic Lietard" userId="86f1c88d-cde3-4efd-85fd-82d8122313b7" providerId="ADAL" clId="{C78FDEEE-9F07-4B83-815E-A5AB9D90ACD4}" dt="2026-05-19T10:05:49.608" v="327" actId="165"/>
          <ac:grpSpMkLst>
            <pc:docMk/>
            <pc:sldMk cId="0" sldId="376"/>
            <ac:grpSpMk id="261133" creationId="{51311D26-606C-0001-34EB-C0AED2479404}"/>
          </ac:grpSpMkLst>
        </pc:grpChg>
        <pc:cxnChg chg="add mod">
          <ac:chgData name="Ludovic Lietard" userId="86f1c88d-cde3-4efd-85fd-82d8122313b7" providerId="ADAL" clId="{C78FDEEE-9F07-4B83-815E-A5AB9D90ACD4}" dt="2026-05-19T10:08:17.879" v="341" actId="1076"/>
          <ac:cxnSpMkLst>
            <pc:docMk/>
            <pc:sldMk cId="0" sldId="376"/>
            <ac:cxnSpMk id="4" creationId="{6E0E619E-F7CB-45CE-8AC0-D858B149D82F}"/>
          </ac:cxnSpMkLst>
        </pc:cxnChg>
      </pc:sldChg>
      <pc:sldChg chg="ord">
        <pc:chgData name="Ludovic Lietard" userId="86f1c88d-cde3-4efd-85fd-82d8122313b7" providerId="ADAL" clId="{C78FDEEE-9F07-4B83-815E-A5AB9D90ACD4}" dt="2026-05-19T10:02:37.975" v="165" actId="20578"/>
        <pc:sldMkLst>
          <pc:docMk/>
          <pc:sldMk cId="0" sldId="399"/>
        </pc:sldMkLst>
      </pc:sldChg>
      <pc:sldChg chg="addSp delSp modSp mod">
        <pc:chgData name="Ludovic Lietard" userId="86f1c88d-cde3-4efd-85fd-82d8122313b7" providerId="ADAL" clId="{C78FDEEE-9F07-4B83-815E-A5AB9D90ACD4}" dt="2026-05-19T10:21:38.863" v="626" actId="20577"/>
        <pc:sldMkLst>
          <pc:docMk/>
          <pc:sldMk cId="0" sldId="404"/>
        </pc:sldMkLst>
        <pc:spChg chg="mod">
          <ac:chgData name="Ludovic Lietard" userId="86f1c88d-cde3-4efd-85fd-82d8122313b7" providerId="ADAL" clId="{C78FDEEE-9F07-4B83-815E-A5AB9D90ACD4}" dt="2026-05-19T10:14:13.474" v="374"/>
          <ac:spMkLst>
            <pc:docMk/>
            <pc:sldMk cId="0" sldId="404"/>
            <ac:spMk id="17" creationId="{2950C8B3-D198-4D5B-A504-50E7EB9ADB52}"/>
          </ac:spMkLst>
        </pc:spChg>
        <pc:spChg chg="mod">
          <ac:chgData name="Ludovic Lietard" userId="86f1c88d-cde3-4efd-85fd-82d8122313b7" providerId="ADAL" clId="{C78FDEEE-9F07-4B83-815E-A5AB9D90ACD4}" dt="2026-05-19T10:14:13.474" v="374"/>
          <ac:spMkLst>
            <pc:docMk/>
            <pc:sldMk cId="0" sldId="404"/>
            <ac:spMk id="18" creationId="{5A031B29-9CA5-4C16-BEE8-1E2A736DB1A1}"/>
          </ac:spMkLst>
        </pc:spChg>
        <pc:spChg chg="mod">
          <ac:chgData name="Ludovic Lietard" userId="86f1c88d-cde3-4efd-85fd-82d8122313b7" providerId="ADAL" clId="{C78FDEEE-9F07-4B83-815E-A5AB9D90ACD4}" dt="2026-05-19T10:14:13.474" v="374"/>
          <ac:spMkLst>
            <pc:docMk/>
            <pc:sldMk cId="0" sldId="404"/>
            <ac:spMk id="19" creationId="{A6DE7BFE-B527-4425-89A7-F114C9E0B979}"/>
          </ac:spMkLst>
        </pc:spChg>
        <pc:spChg chg="mod">
          <ac:chgData name="Ludovic Lietard" userId="86f1c88d-cde3-4efd-85fd-82d8122313b7" providerId="ADAL" clId="{C78FDEEE-9F07-4B83-815E-A5AB9D90ACD4}" dt="2026-05-19T10:14:13.474" v="374"/>
          <ac:spMkLst>
            <pc:docMk/>
            <pc:sldMk cId="0" sldId="404"/>
            <ac:spMk id="20" creationId="{70639F7A-4824-47C7-8868-BEAF69F0513D}"/>
          </ac:spMkLst>
        </pc:spChg>
        <pc:spChg chg="mod">
          <ac:chgData name="Ludovic Lietard" userId="86f1c88d-cde3-4efd-85fd-82d8122313b7" providerId="ADAL" clId="{C78FDEEE-9F07-4B83-815E-A5AB9D90ACD4}" dt="2026-05-19T10:14:13.474" v="374"/>
          <ac:spMkLst>
            <pc:docMk/>
            <pc:sldMk cId="0" sldId="404"/>
            <ac:spMk id="21" creationId="{F6F1AC65-2A17-43F1-9CF3-1B6B8AF3DC50}"/>
          </ac:spMkLst>
        </pc:spChg>
        <pc:spChg chg="mod">
          <ac:chgData name="Ludovic Lietard" userId="86f1c88d-cde3-4efd-85fd-82d8122313b7" providerId="ADAL" clId="{C78FDEEE-9F07-4B83-815E-A5AB9D90ACD4}" dt="2026-05-19T10:15:56.985" v="436"/>
          <ac:spMkLst>
            <pc:docMk/>
            <pc:sldMk cId="0" sldId="404"/>
            <ac:spMk id="24" creationId="{84B45A3C-0049-4F5C-90DE-A8C380D77F5A}"/>
          </ac:spMkLst>
        </pc:spChg>
        <pc:spChg chg="mod">
          <ac:chgData name="Ludovic Lietard" userId="86f1c88d-cde3-4efd-85fd-82d8122313b7" providerId="ADAL" clId="{C78FDEEE-9F07-4B83-815E-A5AB9D90ACD4}" dt="2026-05-19T10:15:56.985" v="436"/>
          <ac:spMkLst>
            <pc:docMk/>
            <pc:sldMk cId="0" sldId="404"/>
            <ac:spMk id="25" creationId="{1B37149D-C556-4E08-B8E2-982F3AB39118}"/>
          </ac:spMkLst>
        </pc:spChg>
        <pc:spChg chg="mod">
          <ac:chgData name="Ludovic Lietard" userId="86f1c88d-cde3-4efd-85fd-82d8122313b7" providerId="ADAL" clId="{C78FDEEE-9F07-4B83-815E-A5AB9D90ACD4}" dt="2026-05-19T10:15:56.985" v="436"/>
          <ac:spMkLst>
            <pc:docMk/>
            <pc:sldMk cId="0" sldId="404"/>
            <ac:spMk id="26" creationId="{1D8A47BE-27BB-4419-8630-AE71A4381FD2}"/>
          </ac:spMkLst>
        </pc:spChg>
        <pc:spChg chg="mod">
          <ac:chgData name="Ludovic Lietard" userId="86f1c88d-cde3-4efd-85fd-82d8122313b7" providerId="ADAL" clId="{C78FDEEE-9F07-4B83-815E-A5AB9D90ACD4}" dt="2026-05-19T10:15:56.985" v="436"/>
          <ac:spMkLst>
            <pc:docMk/>
            <pc:sldMk cId="0" sldId="404"/>
            <ac:spMk id="27" creationId="{5086DECD-3FFB-42B4-A4DB-9DCEBAE1F7EE}"/>
          </ac:spMkLst>
        </pc:spChg>
        <pc:spChg chg="mod">
          <ac:chgData name="Ludovic Lietard" userId="86f1c88d-cde3-4efd-85fd-82d8122313b7" providerId="ADAL" clId="{C78FDEEE-9F07-4B83-815E-A5AB9D90ACD4}" dt="2026-05-19T10:15:56.985" v="436"/>
          <ac:spMkLst>
            <pc:docMk/>
            <pc:sldMk cId="0" sldId="404"/>
            <ac:spMk id="28" creationId="{33DC7BA9-BA61-41F7-89D6-D625B857FEED}"/>
          </ac:spMkLst>
        </pc:spChg>
        <pc:spChg chg="mod">
          <ac:chgData name="Ludovic Lietard" userId="86f1c88d-cde3-4efd-85fd-82d8122313b7" providerId="ADAL" clId="{C78FDEEE-9F07-4B83-815E-A5AB9D90ACD4}" dt="2026-05-19T10:16:02.484" v="439" actId="20577"/>
          <ac:spMkLst>
            <pc:docMk/>
            <pc:sldMk cId="0" sldId="404"/>
            <ac:spMk id="320515" creationId="{FF4723FE-2A8B-39D2-4A3B-9834CA62187E}"/>
          </ac:spMkLst>
        </pc:spChg>
        <pc:spChg chg="mod">
          <ac:chgData name="Ludovic Lietard" userId="86f1c88d-cde3-4efd-85fd-82d8122313b7" providerId="ADAL" clId="{C78FDEEE-9F07-4B83-815E-A5AB9D90ACD4}" dt="2026-05-19T10:21:38.863" v="626" actId="20577"/>
          <ac:spMkLst>
            <pc:docMk/>
            <pc:sldMk cId="0" sldId="404"/>
            <ac:spMk id="320524" creationId="{F5305822-A7F0-0D98-0C16-026F266F026E}"/>
          </ac:spMkLst>
        </pc:spChg>
        <pc:spChg chg="mod">
          <ac:chgData name="Ludovic Lietard" userId="86f1c88d-cde3-4efd-85fd-82d8122313b7" providerId="ADAL" clId="{C78FDEEE-9F07-4B83-815E-A5AB9D90ACD4}" dt="2026-05-19T10:14:53.018" v="405" actId="6549"/>
          <ac:spMkLst>
            <pc:docMk/>
            <pc:sldMk cId="0" sldId="404"/>
            <ac:spMk id="320531" creationId="{B33B80BE-9131-49FA-C1EA-2FC145804AF2}"/>
          </ac:spMkLst>
        </pc:spChg>
        <pc:spChg chg="del mod">
          <ac:chgData name="Ludovic Lietard" userId="86f1c88d-cde3-4efd-85fd-82d8122313b7" providerId="ADAL" clId="{C78FDEEE-9F07-4B83-815E-A5AB9D90ACD4}" dt="2026-05-19T10:14:54.860" v="407"/>
          <ac:spMkLst>
            <pc:docMk/>
            <pc:sldMk cId="0" sldId="404"/>
            <ac:spMk id="320533" creationId="{70DB7442-BC20-4EAA-0E23-BD6B79867AD2}"/>
          </ac:spMkLst>
        </pc:spChg>
        <pc:grpChg chg="add del mod">
          <ac:chgData name="Ludovic Lietard" userId="86f1c88d-cde3-4efd-85fd-82d8122313b7" providerId="ADAL" clId="{C78FDEEE-9F07-4B83-815E-A5AB9D90ACD4}" dt="2026-05-19T10:14:16.694" v="375"/>
          <ac:grpSpMkLst>
            <pc:docMk/>
            <pc:sldMk cId="0" sldId="404"/>
            <ac:grpSpMk id="16" creationId="{9600BCAB-C824-40A7-A3BB-DD7CC2D44E9F}"/>
          </ac:grpSpMkLst>
        </pc:grpChg>
        <pc:grpChg chg="add mod">
          <ac:chgData name="Ludovic Lietard" userId="86f1c88d-cde3-4efd-85fd-82d8122313b7" providerId="ADAL" clId="{C78FDEEE-9F07-4B83-815E-A5AB9D90ACD4}" dt="2026-05-19T10:15:56.985" v="436"/>
          <ac:grpSpMkLst>
            <pc:docMk/>
            <pc:sldMk cId="0" sldId="404"/>
            <ac:grpSpMk id="23" creationId="{A7C5C6E7-108B-4D37-B22C-AF527FD9BE51}"/>
          </ac:grpSpMkLst>
        </pc:grpChg>
        <pc:grpChg chg="del">
          <ac:chgData name="Ludovic Lietard" userId="86f1c88d-cde3-4efd-85fd-82d8122313b7" providerId="ADAL" clId="{C78FDEEE-9F07-4B83-815E-A5AB9D90ACD4}" dt="2026-05-19T10:14:21.846" v="376" actId="478"/>
          <ac:grpSpMkLst>
            <pc:docMk/>
            <pc:sldMk cId="0" sldId="404"/>
            <ac:grpSpMk id="320516" creationId="{12C4E9FE-A360-0D46-D2E2-4752DE3849AF}"/>
          </ac:grpSpMkLst>
        </pc:grpChg>
        <pc:cxnChg chg="mod">
          <ac:chgData name="Ludovic Lietard" userId="86f1c88d-cde3-4efd-85fd-82d8122313b7" providerId="ADAL" clId="{C78FDEEE-9F07-4B83-815E-A5AB9D90ACD4}" dt="2026-05-19T10:14:13.474" v="374"/>
          <ac:cxnSpMkLst>
            <pc:docMk/>
            <pc:sldMk cId="0" sldId="404"/>
            <ac:cxnSpMk id="22" creationId="{BCBA22F5-2148-4836-859E-5D46BFF9B16A}"/>
          </ac:cxnSpMkLst>
        </pc:cxnChg>
        <pc:cxnChg chg="mod">
          <ac:chgData name="Ludovic Lietard" userId="86f1c88d-cde3-4efd-85fd-82d8122313b7" providerId="ADAL" clId="{C78FDEEE-9F07-4B83-815E-A5AB9D90ACD4}" dt="2026-05-19T10:15:56.985" v="436"/>
          <ac:cxnSpMkLst>
            <pc:docMk/>
            <pc:sldMk cId="0" sldId="404"/>
            <ac:cxnSpMk id="29" creationId="{16D41940-263E-4586-A3AB-758AA4C66AA3}"/>
          </ac:cxnSpMkLst>
        </pc:cxnChg>
      </pc:sldChg>
      <pc:sldChg chg="modSp">
        <pc:chgData name="Ludovic Lietard" userId="86f1c88d-cde3-4efd-85fd-82d8122313b7" providerId="ADAL" clId="{C78FDEEE-9F07-4B83-815E-A5AB9D90ACD4}" dt="2026-05-19T10:26:34.769" v="918" actId="14100"/>
        <pc:sldMkLst>
          <pc:docMk/>
          <pc:sldMk cId="0" sldId="406"/>
        </pc:sldMkLst>
        <pc:spChg chg="mod">
          <ac:chgData name="Ludovic Lietard" userId="86f1c88d-cde3-4efd-85fd-82d8122313b7" providerId="ADAL" clId="{C78FDEEE-9F07-4B83-815E-A5AB9D90ACD4}" dt="2026-05-19T10:26:34.769" v="918" actId="14100"/>
          <ac:spMkLst>
            <pc:docMk/>
            <pc:sldMk cId="0" sldId="406"/>
            <ac:spMk id="324619" creationId="{80D0FC82-A9B1-BDA2-3C44-7ACCDC3B81E2}"/>
          </ac:spMkLst>
        </pc:spChg>
        <pc:spChg chg="mod">
          <ac:chgData name="Ludovic Lietard" userId="86f1c88d-cde3-4efd-85fd-82d8122313b7" providerId="ADAL" clId="{C78FDEEE-9F07-4B83-815E-A5AB9D90ACD4}" dt="2026-05-19T10:26:31.772" v="917" actId="14100"/>
          <ac:spMkLst>
            <pc:docMk/>
            <pc:sldMk cId="0" sldId="406"/>
            <ac:spMk id="324620" creationId="{7B14031C-5E55-84E5-D2D7-3277BBE67E3C}"/>
          </ac:spMkLst>
        </pc:spChg>
      </pc:sldChg>
      <pc:sldChg chg="addSp delSp modSp mod">
        <pc:chgData name="Ludovic Lietard" userId="86f1c88d-cde3-4efd-85fd-82d8122313b7" providerId="ADAL" clId="{C78FDEEE-9F07-4B83-815E-A5AB9D90ACD4}" dt="2026-05-19T10:21:30.912" v="624" actId="20577"/>
        <pc:sldMkLst>
          <pc:docMk/>
          <pc:sldMk cId="0" sldId="408"/>
        </pc:sldMkLst>
        <pc:spChg chg="add del mod">
          <ac:chgData name="Ludovic Lietard" userId="86f1c88d-cde3-4efd-85fd-82d8122313b7" providerId="ADAL" clId="{C78FDEEE-9F07-4B83-815E-A5AB9D90ACD4}" dt="2026-05-19T10:16:49.301" v="446" actId="478"/>
          <ac:spMkLst>
            <pc:docMk/>
            <pc:sldMk cId="0" sldId="408"/>
            <ac:spMk id="2" creationId="{F984A23A-9635-428E-B991-B16E16C336AC}"/>
          </ac:spMkLst>
        </pc:spChg>
        <pc:spChg chg="add mod">
          <ac:chgData name="Ludovic Lietard" userId="86f1c88d-cde3-4efd-85fd-82d8122313b7" providerId="ADAL" clId="{C78FDEEE-9F07-4B83-815E-A5AB9D90ACD4}" dt="2026-05-19T10:17:39.344" v="454"/>
          <ac:spMkLst>
            <pc:docMk/>
            <pc:sldMk cId="0" sldId="408"/>
            <ac:spMk id="18" creationId="{FAA48BF3-6FBB-4E32-9F0E-B4CDAB3996DA}"/>
          </ac:spMkLst>
        </pc:spChg>
        <pc:spChg chg="add mod">
          <ac:chgData name="Ludovic Lietard" userId="86f1c88d-cde3-4efd-85fd-82d8122313b7" providerId="ADAL" clId="{C78FDEEE-9F07-4B83-815E-A5AB9D90ACD4}" dt="2026-05-19T10:17:39.344" v="454"/>
          <ac:spMkLst>
            <pc:docMk/>
            <pc:sldMk cId="0" sldId="408"/>
            <ac:spMk id="19" creationId="{5C5FFF4D-C394-4CFB-91D1-487FE5A45D37}"/>
          </ac:spMkLst>
        </pc:spChg>
        <pc:spChg chg="add mod">
          <ac:chgData name="Ludovic Lietard" userId="86f1c88d-cde3-4efd-85fd-82d8122313b7" providerId="ADAL" clId="{C78FDEEE-9F07-4B83-815E-A5AB9D90ACD4}" dt="2026-05-19T10:18:01.804" v="455"/>
          <ac:spMkLst>
            <pc:docMk/>
            <pc:sldMk cId="0" sldId="408"/>
            <ac:spMk id="20" creationId="{DE8D37C6-1077-47A1-A066-163DDC15BAE7}"/>
          </ac:spMkLst>
        </pc:spChg>
        <pc:spChg chg="add mod">
          <ac:chgData name="Ludovic Lietard" userId="86f1c88d-cde3-4efd-85fd-82d8122313b7" providerId="ADAL" clId="{C78FDEEE-9F07-4B83-815E-A5AB9D90ACD4}" dt="2026-05-19T10:21:30.912" v="624" actId="20577"/>
          <ac:spMkLst>
            <pc:docMk/>
            <pc:sldMk cId="0" sldId="408"/>
            <ac:spMk id="21" creationId="{0DA17AD2-D6F4-4768-83CC-AD4C4AC5D739}"/>
          </ac:spMkLst>
        </pc:spChg>
        <pc:spChg chg="mod">
          <ac:chgData name="Ludovic Lietard" userId="86f1c88d-cde3-4efd-85fd-82d8122313b7" providerId="ADAL" clId="{C78FDEEE-9F07-4B83-815E-A5AB9D90ACD4}" dt="2026-05-19T10:18:34" v="459" actId="1076"/>
          <ac:spMkLst>
            <pc:docMk/>
            <pc:sldMk cId="0" sldId="408"/>
            <ac:spMk id="23" creationId="{8482F705-BD8B-4F77-9AF8-95BEA60551B5}"/>
          </ac:spMkLst>
        </pc:spChg>
        <pc:spChg chg="mod">
          <ac:chgData name="Ludovic Lietard" userId="86f1c88d-cde3-4efd-85fd-82d8122313b7" providerId="ADAL" clId="{C78FDEEE-9F07-4B83-815E-A5AB9D90ACD4}" dt="2026-05-19T10:18:34" v="459" actId="1076"/>
          <ac:spMkLst>
            <pc:docMk/>
            <pc:sldMk cId="0" sldId="408"/>
            <ac:spMk id="24" creationId="{6ADEC9D1-F678-4C05-9092-F28F5804C2B3}"/>
          </ac:spMkLst>
        </pc:spChg>
        <pc:spChg chg="mod">
          <ac:chgData name="Ludovic Lietard" userId="86f1c88d-cde3-4efd-85fd-82d8122313b7" providerId="ADAL" clId="{C78FDEEE-9F07-4B83-815E-A5AB9D90ACD4}" dt="2026-05-19T10:18:34" v="459" actId="1076"/>
          <ac:spMkLst>
            <pc:docMk/>
            <pc:sldMk cId="0" sldId="408"/>
            <ac:spMk id="25" creationId="{BFB4DB85-CFBA-465F-91C6-D13EFEB4AA8C}"/>
          </ac:spMkLst>
        </pc:spChg>
        <pc:spChg chg="mod">
          <ac:chgData name="Ludovic Lietard" userId="86f1c88d-cde3-4efd-85fd-82d8122313b7" providerId="ADAL" clId="{C78FDEEE-9F07-4B83-815E-A5AB9D90ACD4}" dt="2026-05-19T10:18:34" v="459" actId="1076"/>
          <ac:spMkLst>
            <pc:docMk/>
            <pc:sldMk cId="0" sldId="408"/>
            <ac:spMk id="26" creationId="{26211D1E-EE36-41D0-AE1C-FCF36F0FAAD2}"/>
          </ac:spMkLst>
        </pc:spChg>
        <pc:spChg chg="mod">
          <ac:chgData name="Ludovic Lietard" userId="86f1c88d-cde3-4efd-85fd-82d8122313b7" providerId="ADAL" clId="{C78FDEEE-9F07-4B83-815E-A5AB9D90ACD4}" dt="2026-05-19T10:18:34" v="459" actId="1076"/>
          <ac:spMkLst>
            <pc:docMk/>
            <pc:sldMk cId="0" sldId="408"/>
            <ac:spMk id="27" creationId="{D3F606D5-EE33-4A95-9994-646E0363BF0D}"/>
          </ac:spMkLst>
        </pc:spChg>
        <pc:spChg chg="mod">
          <ac:chgData name="Ludovic Lietard" userId="86f1c88d-cde3-4efd-85fd-82d8122313b7" providerId="ADAL" clId="{C78FDEEE-9F07-4B83-815E-A5AB9D90ACD4}" dt="2026-05-19T10:18:34" v="459" actId="1076"/>
          <ac:spMkLst>
            <pc:docMk/>
            <pc:sldMk cId="0" sldId="408"/>
            <ac:spMk id="28" creationId="{CC47B01A-A5E9-45C9-B47C-1203C34607AB}"/>
          </ac:spMkLst>
        </pc:spChg>
        <pc:spChg chg="del">
          <ac:chgData name="Ludovic Lietard" userId="86f1c88d-cde3-4efd-85fd-82d8122313b7" providerId="ADAL" clId="{C78FDEEE-9F07-4B83-815E-A5AB9D90ACD4}" dt="2026-05-19T10:16:46.319" v="443" actId="478"/>
          <ac:spMkLst>
            <pc:docMk/>
            <pc:sldMk cId="0" sldId="408"/>
            <ac:spMk id="328707" creationId="{A36459C8-F075-4546-B145-47873F0BDADB}"/>
          </ac:spMkLst>
        </pc:spChg>
        <pc:spChg chg="del">
          <ac:chgData name="Ludovic Lietard" userId="86f1c88d-cde3-4efd-85fd-82d8122313b7" providerId="ADAL" clId="{C78FDEEE-9F07-4B83-815E-A5AB9D90ACD4}" dt="2026-05-19T10:16:53.747" v="447" actId="478"/>
          <ac:spMkLst>
            <pc:docMk/>
            <pc:sldMk cId="0" sldId="408"/>
            <ac:spMk id="328716" creationId="{AF9ADF0B-1CFF-1CEE-5587-A75AC2D64DF9}"/>
          </ac:spMkLst>
        </pc:spChg>
        <pc:spChg chg="del">
          <ac:chgData name="Ludovic Lietard" userId="86f1c88d-cde3-4efd-85fd-82d8122313b7" providerId="ADAL" clId="{C78FDEEE-9F07-4B83-815E-A5AB9D90ACD4}" dt="2026-05-19T10:16:56" v="448" actId="478"/>
          <ac:spMkLst>
            <pc:docMk/>
            <pc:sldMk cId="0" sldId="408"/>
            <ac:spMk id="328717" creationId="{639E3061-CD00-B9FF-384F-CF252BC27D1D}"/>
          </ac:spMkLst>
        </pc:spChg>
        <pc:spChg chg="del">
          <ac:chgData name="Ludovic Lietard" userId="86f1c88d-cde3-4efd-85fd-82d8122313b7" providerId="ADAL" clId="{C78FDEEE-9F07-4B83-815E-A5AB9D90ACD4}" dt="2026-05-19T10:16:59.135" v="449" actId="478"/>
          <ac:spMkLst>
            <pc:docMk/>
            <pc:sldMk cId="0" sldId="408"/>
            <ac:spMk id="328718" creationId="{670EEDFB-F57E-687E-39BC-3A0801B1D5BD}"/>
          </ac:spMkLst>
        </pc:spChg>
        <pc:spChg chg="del">
          <ac:chgData name="Ludovic Lietard" userId="86f1c88d-cde3-4efd-85fd-82d8122313b7" providerId="ADAL" clId="{C78FDEEE-9F07-4B83-815E-A5AB9D90ACD4}" dt="2026-05-19T10:16:59.135" v="449" actId="478"/>
          <ac:spMkLst>
            <pc:docMk/>
            <pc:sldMk cId="0" sldId="408"/>
            <ac:spMk id="328719" creationId="{C37F453B-C72C-0712-25B3-0E296429E29D}"/>
          </ac:spMkLst>
        </pc:spChg>
        <pc:spChg chg="del mod">
          <ac:chgData name="Ludovic Lietard" userId="86f1c88d-cde3-4efd-85fd-82d8122313b7" providerId="ADAL" clId="{C78FDEEE-9F07-4B83-815E-A5AB9D90ACD4}" dt="2026-05-19T10:16:46.321" v="445"/>
          <ac:spMkLst>
            <pc:docMk/>
            <pc:sldMk cId="0" sldId="408"/>
            <ac:spMk id="328720" creationId="{FD09F2BD-5693-14D9-EF69-20D5AEB03324}"/>
          </ac:spMkLst>
        </pc:spChg>
        <pc:grpChg chg="add mod">
          <ac:chgData name="Ludovic Lietard" userId="86f1c88d-cde3-4efd-85fd-82d8122313b7" providerId="ADAL" clId="{C78FDEEE-9F07-4B83-815E-A5AB9D90ACD4}" dt="2026-05-19T10:18:34" v="459" actId="1076"/>
          <ac:grpSpMkLst>
            <pc:docMk/>
            <pc:sldMk cId="0" sldId="408"/>
            <ac:grpSpMk id="22" creationId="{1728EBFC-D9E4-4F62-A21B-E08F133F79A5}"/>
          </ac:grpSpMkLst>
        </pc:grpChg>
        <pc:grpChg chg="del">
          <ac:chgData name="Ludovic Lietard" userId="86f1c88d-cde3-4efd-85fd-82d8122313b7" providerId="ADAL" clId="{C78FDEEE-9F07-4B83-815E-A5AB9D90ACD4}" dt="2026-05-19T10:18:30.921" v="458" actId="478"/>
          <ac:grpSpMkLst>
            <pc:docMk/>
            <pc:sldMk cId="0" sldId="408"/>
            <ac:grpSpMk id="328708" creationId="{C1D8846B-6F35-F77A-FB25-2B13D67AF06B}"/>
          </ac:grpSpMkLst>
        </pc:grpChg>
      </pc:sldChg>
      <pc:sldChg chg="addSp modSp mod">
        <pc:chgData name="Ludovic Lietard" userId="86f1c88d-cde3-4efd-85fd-82d8122313b7" providerId="ADAL" clId="{C78FDEEE-9F07-4B83-815E-A5AB9D90ACD4}" dt="2026-05-19T10:23:41.287" v="835" actId="5793"/>
        <pc:sldMkLst>
          <pc:docMk/>
          <pc:sldMk cId="0" sldId="409"/>
        </pc:sldMkLst>
        <pc:spChg chg="mod">
          <ac:chgData name="Ludovic Lietard" userId="86f1c88d-cde3-4efd-85fd-82d8122313b7" providerId="ADAL" clId="{C78FDEEE-9F07-4B83-815E-A5AB9D90ACD4}" dt="2026-05-19T10:21:57.299" v="627" actId="14100"/>
          <ac:spMkLst>
            <pc:docMk/>
            <pc:sldMk cId="0" sldId="409"/>
            <ac:spMk id="5" creationId="{0C866EB8-7D64-4A9F-82D4-FF0B3651EA73}"/>
          </ac:spMkLst>
        </pc:spChg>
        <pc:spChg chg="mod">
          <ac:chgData name="Ludovic Lietard" userId="86f1c88d-cde3-4efd-85fd-82d8122313b7" providerId="ADAL" clId="{C78FDEEE-9F07-4B83-815E-A5AB9D90ACD4}" dt="2026-05-19T10:21:57.299" v="627" actId="14100"/>
          <ac:spMkLst>
            <pc:docMk/>
            <pc:sldMk cId="0" sldId="409"/>
            <ac:spMk id="6" creationId="{D8E5CCD9-C105-4D66-B888-C2FDDB30B423}"/>
          </ac:spMkLst>
        </pc:spChg>
        <pc:spChg chg="mod">
          <ac:chgData name="Ludovic Lietard" userId="86f1c88d-cde3-4efd-85fd-82d8122313b7" providerId="ADAL" clId="{C78FDEEE-9F07-4B83-815E-A5AB9D90ACD4}" dt="2026-05-19T10:21:57.299" v="627" actId="14100"/>
          <ac:spMkLst>
            <pc:docMk/>
            <pc:sldMk cId="0" sldId="409"/>
            <ac:spMk id="7" creationId="{F6726711-F332-4F44-A1A9-C1FED2B1B24B}"/>
          </ac:spMkLst>
        </pc:spChg>
        <pc:spChg chg="mod">
          <ac:chgData name="Ludovic Lietard" userId="86f1c88d-cde3-4efd-85fd-82d8122313b7" providerId="ADAL" clId="{C78FDEEE-9F07-4B83-815E-A5AB9D90ACD4}" dt="2026-05-19T10:21:57.299" v="627" actId="14100"/>
          <ac:spMkLst>
            <pc:docMk/>
            <pc:sldMk cId="0" sldId="409"/>
            <ac:spMk id="8" creationId="{BC8320A0-758E-4E2E-B089-A8A365D002D6}"/>
          </ac:spMkLst>
        </pc:spChg>
        <pc:spChg chg="mod">
          <ac:chgData name="Ludovic Lietard" userId="86f1c88d-cde3-4efd-85fd-82d8122313b7" providerId="ADAL" clId="{C78FDEEE-9F07-4B83-815E-A5AB9D90ACD4}" dt="2026-05-19T10:21:57.299" v="627" actId="14100"/>
          <ac:spMkLst>
            <pc:docMk/>
            <pc:sldMk cId="0" sldId="409"/>
            <ac:spMk id="9" creationId="{AE8147BC-35CC-48CC-BF4D-ECE72C4B0EFB}"/>
          </ac:spMkLst>
        </pc:spChg>
        <pc:spChg chg="add mod">
          <ac:chgData name="Ludovic Lietard" userId="86f1c88d-cde3-4efd-85fd-82d8122313b7" providerId="ADAL" clId="{C78FDEEE-9F07-4B83-815E-A5AB9D90ACD4}" dt="2026-05-19T10:21:23.043" v="620"/>
          <ac:spMkLst>
            <pc:docMk/>
            <pc:sldMk cId="0" sldId="409"/>
            <ac:spMk id="11" creationId="{CBD41BF9-DBE1-40C9-88E5-CABD4C130304}"/>
          </ac:spMkLst>
        </pc:spChg>
        <pc:spChg chg="add mod">
          <ac:chgData name="Ludovic Lietard" userId="86f1c88d-cde3-4efd-85fd-82d8122313b7" providerId="ADAL" clId="{C78FDEEE-9F07-4B83-815E-A5AB9D90ACD4}" dt="2026-05-19T10:21:26.036" v="622" actId="20577"/>
          <ac:spMkLst>
            <pc:docMk/>
            <pc:sldMk cId="0" sldId="409"/>
            <ac:spMk id="12" creationId="{00B5C55F-6A08-492F-8DA1-7FDB3EC449DB}"/>
          </ac:spMkLst>
        </pc:spChg>
        <pc:spChg chg="mod">
          <ac:chgData name="Ludovic Lietard" userId="86f1c88d-cde3-4efd-85fd-82d8122313b7" providerId="ADAL" clId="{C78FDEEE-9F07-4B83-815E-A5AB9D90ACD4}" dt="2026-05-19T10:23:41.287" v="835" actId="5793"/>
          <ac:spMkLst>
            <pc:docMk/>
            <pc:sldMk cId="0" sldId="409"/>
            <ac:spMk id="330755" creationId="{BC8A848F-35FE-CDEE-4B49-DEC4DC857B0A}"/>
          </ac:spMkLst>
        </pc:spChg>
        <pc:grpChg chg="add mod">
          <ac:chgData name="Ludovic Lietard" userId="86f1c88d-cde3-4efd-85fd-82d8122313b7" providerId="ADAL" clId="{C78FDEEE-9F07-4B83-815E-A5AB9D90ACD4}" dt="2026-05-19T10:21:57.299" v="627" actId="14100"/>
          <ac:grpSpMkLst>
            <pc:docMk/>
            <pc:sldMk cId="0" sldId="409"/>
            <ac:grpSpMk id="4" creationId="{AF2CF8DF-A835-42A2-988C-A46561FED857}"/>
          </ac:grpSpMkLst>
        </pc:grpChg>
        <pc:cxnChg chg="mod">
          <ac:chgData name="Ludovic Lietard" userId="86f1c88d-cde3-4efd-85fd-82d8122313b7" providerId="ADAL" clId="{C78FDEEE-9F07-4B83-815E-A5AB9D90ACD4}" dt="2026-05-19T10:21:57.299" v="627" actId="14100"/>
          <ac:cxnSpMkLst>
            <pc:docMk/>
            <pc:sldMk cId="0" sldId="409"/>
            <ac:cxnSpMk id="10" creationId="{4A987D48-9411-4C64-BAFC-A243CD79A68B}"/>
          </ac:cxnSpMkLst>
        </pc:cxnChg>
      </pc:sldChg>
      <pc:sldChg chg="modSp mod">
        <pc:chgData name="Ludovic Lietard" userId="86f1c88d-cde3-4efd-85fd-82d8122313b7" providerId="ADAL" clId="{C78FDEEE-9F07-4B83-815E-A5AB9D90ACD4}" dt="2026-05-19T10:26:15.032" v="914" actId="313"/>
        <pc:sldMkLst>
          <pc:docMk/>
          <pc:sldMk cId="0" sldId="414"/>
        </pc:sldMkLst>
        <pc:spChg chg="mod">
          <ac:chgData name="Ludovic Lietard" userId="86f1c88d-cde3-4efd-85fd-82d8122313b7" providerId="ADAL" clId="{C78FDEEE-9F07-4B83-815E-A5AB9D90ACD4}" dt="2026-05-19T10:26:15.032" v="914" actId="313"/>
          <ac:spMkLst>
            <pc:docMk/>
            <pc:sldMk cId="0" sldId="414"/>
            <ac:spMk id="345091" creationId="{8406706C-36A7-E968-53B9-E398A1C78FD2}"/>
          </ac:spMkLst>
        </pc:spChg>
      </pc:sldChg>
      <pc:sldChg chg="addSp delSp modSp add mod">
        <pc:chgData name="Ludovic Lietard" userId="86f1c88d-cde3-4efd-85fd-82d8122313b7" providerId="ADAL" clId="{C78FDEEE-9F07-4B83-815E-A5AB9D90ACD4}" dt="2026-05-19T10:11:58.219" v="362" actId="20577"/>
        <pc:sldMkLst>
          <pc:docMk/>
          <pc:sldMk cId="387319473" sldId="419"/>
        </pc:sldMkLst>
        <pc:spChg chg="add del mod">
          <ac:chgData name="Ludovic Lietard" userId="86f1c88d-cde3-4efd-85fd-82d8122313b7" providerId="ADAL" clId="{C78FDEEE-9F07-4B83-815E-A5AB9D90ACD4}" dt="2026-05-19T10:08:32.257" v="343" actId="478"/>
          <ac:spMkLst>
            <pc:docMk/>
            <pc:sldMk cId="387319473" sldId="419"/>
            <ac:spMk id="2" creationId="{4B717FC2-50E2-48AC-847D-7FF58A5CAB1E}"/>
          </ac:spMkLst>
        </pc:spChg>
        <pc:spChg chg="del">
          <ac:chgData name="Ludovic Lietard" userId="86f1c88d-cde3-4efd-85fd-82d8122313b7" providerId="ADAL" clId="{C78FDEEE-9F07-4B83-815E-A5AB9D90ACD4}" dt="2026-05-19T10:08:29.318" v="342" actId="478"/>
          <ac:spMkLst>
            <pc:docMk/>
            <pc:sldMk cId="387319473" sldId="419"/>
            <ac:spMk id="261123" creationId="{86866527-74D9-173E-71BD-1225A6F6FE5C}"/>
          </ac:spMkLst>
        </pc:spChg>
        <pc:spChg chg="mod topLvl">
          <ac:chgData name="Ludovic Lietard" userId="86f1c88d-cde3-4efd-85fd-82d8122313b7" providerId="ADAL" clId="{C78FDEEE-9F07-4B83-815E-A5AB9D90ACD4}" dt="2026-05-19T10:11:56.138" v="361" actId="1076"/>
          <ac:spMkLst>
            <pc:docMk/>
            <pc:sldMk cId="387319473" sldId="419"/>
            <ac:spMk id="261125" creationId="{07090262-DC04-3A86-16ED-E7F210A7F147}"/>
          </ac:spMkLst>
        </pc:spChg>
        <pc:spChg chg="mod topLvl">
          <ac:chgData name="Ludovic Lietard" userId="86f1c88d-cde3-4efd-85fd-82d8122313b7" providerId="ADAL" clId="{C78FDEEE-9F07-4B83-815E-A5AB9D90ACD4}" dt="2026-05-19T10:11:56.138" v="361" actId="1076"/>
          <ac:spMkLst>
            <pc:docMk/>
            <pc:sldMk cId="387319473" sldId="419"/>
            <ac:spMk id="261126" creationId="{574DF864-BFEC-FE6A-5DB1-693C0004955C}"/>
          </ac:spMkLst>
        </pc:spChg>
        <pc:spChg chg="del mod topLvl">
          <ac:chgData name="Ludovic Lietard" userId="86f1c88d-cde3-4efd-85fd-82d8122313b7" providerId="ADAL" clId="{C78FDEEE-9F07-4B83-815E-A5AB9D90ACD4}" dt="2026-05-19T10:11:26.999" v="355" actId="478"/>
          <ac:spMkLst>
            <pc:docMk/>
            <pc:sldMk cId="387319473" sldId="419"/>
            <ac:spMk id="261127" creationId="{CB2DB712-3157-0AF0-BBEC-5E6B496BE6F3}"/>
          </ac:spMkLst>
        </pc:spChg>
        <pc:spChg chg="mod topLvl">
          <ac:chgData name="Ludovic Lietard" userId="86f1c88d-cde3-4efd-85fd-82d8122313b7" providerId="ADAL" clId="{C78FDEEE-9F07-4B83-815E-A5AB9D90ACD4}" dt="2026-05-19T10:11:56.138" v="361" actId="1076"/>
          <ac:spMkLst>
            <pc:docMk/>
            <pc:sldMk cId="387319473" sldId="419"/>
            <ac:spMk id="261129" creationId="{14CD2569-B0CC-8052-8F35-DA7DE8D01331}"/>
          </ac:spMkLst>
        </pc:spChg>
        <pc:spChg chg="mod topLvl">
          <ac:chgData name="Ludovic Lietard" userId="86f1c88d-cde3-4efd-85fd-82d8122313b7" providerId="ADAL" clId="{C78FDEEE-9F07-4B83-815E-A5AB9D90ACD4}" dt="2026-05-19T10:11:56.138" v="361" actId="1076"/>
          <ac:spMkLst>
            <pc:docMk/>
            <pc:sldMk cId="387319473" sldId="419"/>
            <ac:spMk id="261130" creationId="{92925781-7588-C5F4-5009-AB7766F88EF1}"/>
          </ac:spMkLst>
        </pc:spChg>
        <pc:spChg chg="mod topLvl">
          <ac:chgData name="Ludovic Lietard" userId="86f1c88d-cde3-4efd-85fd-82d8122313b7" providerId="ADAL" clId="{C78FDEEE-9F07-4B83-815E-A5AB9D90ACD4}" dt="2026-05-19T10:11:56.138" v="361" actId="1076"/>
          <ac:spMkLst>
            <pc:docMk/>
            <pc:sldMk cId="387319473" sldId="419"/>
            <ac:spMk id="261131" creationId="{24623FDA-FB3E-4D76-7A98-564883C59D96}"/>
          </ac:spMkLst>
        </pc:spChg>
        <pc:spChg chg="mod">
          <ac:chgData name="Ludovic Lietard" userId="86f1c88d-cde3-4efd-85fd-82d8122313b7" providerId="ADAL" clId="{C78FDEEE-9F07-4B83-815E-A5AB9D90ACD4}" dt="2026-05-19T10:11:58.219" v="362" actId="20577"/>
          <ac:spMkLst>
            <pc:docMk/>
            <pc:sldMk cId="387319473" sldId="419"/>
            <ac:spMk id="261132" creationId="{767590A8-94C5-7845-5387-EAC5CA986E2A}"/>
          </ac:spMkLst>
        </pc:spChg>
        <pc:grpChg chg="add mod">
          <ac:chgData name="Ludovic Lietard" userId="86f1c88d-cde3-4efd-85fd-82d8122313b7" providerId="ADAL" clId="{C78FDEEE-9F07-4B83-815E-A5AB9D90ACD4}" dt="2026-05-19T10:11:56.138" v="361" actId="1076"/>
          <ac:grpSpMkLst>
            <pc:docMk/>
            <pc:sldMk cId="387319473" sldId="419"/>
            <ac:grpSpMk id="10" creationId="{8A788155-A3FD-4C45-BA8A-01E88F7056E5}"/>
          </ac:grpSpMkLst>
        </pc:grpChg>
        <pc:grpChg chg="del mod">
          <ac:chgData name="Ludovic Lietard" userId="86f1c88d-cde3-4efd-85fd-82d8122313b7" providerId="ADAL" clId="{C78FDEEE-9F07-4B83-815E-A5AB9D90ACD4}" dt="2026-05-19T10:08:42.302" v="345" actId="165"/>
          <ac:grpSpMkLst>
            <pc:docMk/>
            <pc:sldMk cId="387319473" sldId="419"/>
            <ac:grpSpMk id="261133" creationId="{51311D26-606C-0001-34EB-C0AED2479404}"/>
          </ac:grpSpMkLst>
        </pc:grpChg>
        <pc:cxnChg chg="add del mod">
          <ac:chgData name="Ludovic Lietard" userId="86f1c88d-cde3-4efd-85fd-82d8122313b7" providerId="ADAL" clId="{C78FDEEE-9F07-4B83-815E-A5AB9D90ACD4}" dt="2026-05-19T10:09:21.574" v="348" actId="478"/>
          <ac:cxnSpMkLst>
            <pc:docMk/>
            <pc:sldMk cId="387319473" sldId="419"/>
            <ac:cxnSpMk id="4" creationId="{0FFDF7CB-ABF8-40A0-B229-645D8D93BDF5}"/>
          </ac:cxnSpMkLst>
        </pc:cxnChg>
        <pc:cxnChg chg="add del mod">
          <ac:chgData name="Ludovic Lietard" userId="86f1c88d-cde3-4efd-85fd-82d8122313b7" providerId="ADAL" clId="{C78FDEEE-9F07-4B83-815E-A5AB9D90ACD4}" dt="2026-05-19T10:10:23.907" v="352" actId="478"/>
          <ac:cxnSpMkLst>
            <pc:docMk/>
            <pc:sldMk cId="387319473" sldId="419"/>
            <ac:cxnSpMk id="6" creationId="{582546AD-CCCE-469B-8BEC-2C71E9E88039}"/>
          </ac:cxnSpMkLst>
        </pc:cxnChg>
        <pc:cxnChg chg="add mod">
          <ac:chgData name="Ludovic Lietard" userId="86f1c88d-cde3-4efd-85fd-82d8122313b7" providerId="ADAL" clId="{C78FDEEE-9F07-4B83-815E-A5AB9D90ACD4}" dt="2026-05-19T10:11:56.138" v="361" actId="1076"/>
          <ac:cxnSpMkLst>
            <pc:docMk/>
            <pc:sldMk cId="387319473" sldId="419"/>
            <ac:cxnSpMk id="8" creationId="{C7AED6C3-FDB9-473D-B531-4416A0CD22F8}"/>
          </ac:cxnSpMkLst>
        </pc:cxnChg>
      </pc:sldChg>
      <pc:sldChg chg="delSp modSp add mod ord">
        <pc:chgData name="Ludovic Lietard" userId="86f1c88d-cde3-4efd-85fd-82d8122313b7" providerId="ADAL" clId="{C78FDEEE-9F07-4B83-815E-A5AB9D90ACD4}" dt="2026-05-19T10:05:08.512" v="322" actId="20577"/>
        <pc:sldMkLst>
          <pc:docMk/>
          <pc:sldMk cId="515622755" sldId="420"/>
        </pc:sldMkLst>
        <pc:spChg chg="mod">
          <ac:chgData name="Ludovic Lietard" userId="86f1c88d-cde3-4efd-85fd-82d8122313b7" providerId="ADAL" clId="{C78FDEEE-9F07-4B83-815E-A5AB9D90ACD4}" dt="2026-05-19T10:05:08.512" v="322" actId="20577"/>
          <ac:spMkLst>
            <pc:docMk/>
            <pc:sldMk cId="515622755" sldId="420"/>
            <ac:spMk id="261123" creationId="{86866527-74D9-173E-71BD-1225A6F6FE5C}"/>
          </ac:spMkLst>
        </pc:spChg>
        <pc:spChg chg="del mod">
          <ac:chgData name="Ludovic Lietard" userId="86f1c88d-cde3-4efd-85fd-82d8122313b7" providerId="ADAL" clId="{C78FDEEE-9F07-4B83-815E-A5AB9D90ACD4}" dt="2026-05-19T10:03:55.327" v="213" actId="478"/>
          <ac:spMkLst>
            <pc:docMk/>
            <pc:sldMk cId="515622755" sldId="420"/>
            <ac:spMk id="261132" creationId="{767590A8-94C5-7845-5387-EAC5CA986E2A}"/>
          </ac:spMkLst>
        </pc:spChg>
        <pc:grpChg chg="del">
          <ac:chgData name="Ludovic Lietard" userId="86f1c88d-cde3-4efd-85fd-82d8122313b7" providerId="ADAL" clId="{C78FDEEE-9F07-4B83-815E-A5AB9D90ACD4}" dt="2026-05-19T10:03:47.953" v="211" actId="478"/>
          <ac:grpSpMkLst>
            <pc:docMk/>
            <pc:sldMk cId="515622755" sldId="420"/>
            <ac:grpSpMk id="261133" creationId="{51311D26-606C-0001-34EB-C0AED2479404}"/>
          </ac:grpSpMkLst>
        </pc:grpChg>
      </pc:sldChg>
      <pc:sldChg chg="addSp delSp modSp add mod">
        <pc:chgData name="Ludovic Lietard" userId="86f1c88d-cde3-4efd-85fd-82d8122313b7" providerId="ADAL" clId="{C78FDEEE-9F07-4B83-815E-A5AB9D90ACD4}" dt="2026-05-19T10:13:08.260" v="372" actId="5793"/>
        <pc:sldMkLst>
          <pc:docMk/>
          <pc:sldMk cId="885369298" sldId="421"/>
        </pc:sldMkLst>
        <pc:spChg chg="add del mod">
          <ac:chgData name="Ludovic Lietard" userId="86f1c88d-cde3-4efd-85fd-82d8122313b7" providerId="ADAL" clId="{C78FDEEE-9F07-4B83-815E-A5AB9D90ACD4}" dt="2026-05-19T10:12:29.092" v="365" actId="478"/>
          <ac:spMkLst>
            <pc:docMk/>
            <pc:sldMk cId="885369298" sldId="421"/>
            <ac:spMk id="2" creationId="{1A863366-BA62-4A42-B40E-08D2EA22FE3D}"/>
          </ac:spMkLst>
        </pc:spChg>
        <pc:spChg chg="del">
          <ac:chgData name="Ludovic Lietard" userId="86f1c88d-cde3-4efd-85fd-82d8122313b7" providerId="ADAL" clId="{C78FDEEE-9F07-4B83-815E-A5AB9D90ACD4}" dt="2026-05-19T10:12:13.329" v="363" actId="478"/>
          <ac:spMkLst>
            <pc:docMk/>
            <pc:sldMk cId="885369298" sldId="421"/>
            <ac:spMk id="261123" creationId="{86866527-74D9-173E-71BD-1225A6F6FE5C}"/>
          </ac:spMkLst>
        </pc:spChg>
        <pc:spChg chg="mod topLvl">
          <ac:chgData name="Ludovic Lietard" userId="86f1c88d-cde3-4efd-85fd-82d8122313b7" providerId="ADAL" clId="{C78FDEEE-9F07-4B83-815E-A5AB9D90ACD4}" dt="2026-05-19T10:13:03.969" v="370" actId="1076"/>
          <ac:spMkLst>
            <pc:docMk/>
            <pc:sldMk cId="885369298" sldId="421"/>
            <ac:spMk id="261125" creationId="{07090262-DC04-3A86-16ED-E7F210A7F147}"/>
          </ac:spMkLst>
        </pc:spChg>
        <pc:spChg chg="mod topLvl">
          <ac:chgData name="Ludovic Lietard" userId="86f1c88d-cde3-4efd-85fd-82d8122313b7" providerId="ADAL" clId="{C78FDEEE-9F07-4B83-815E-A5AB9D90ACD4}" dt="2026-05-19T10:13:03.969" v="370" actId="1076"/>
          <ac:spMkLst>
            <pc:docMk/>
            <pc:sldMk cId="885369298" sldId="421"/>
            <ac:spMk id="261126" creationId="{574DF864-BFEC-FE6A-5DB1-693C0004955C}"/>
          </ac:spMkLst>
        </pc:spChg>
        <pc:spChg chg="mod topLvl">
          <ac:chgData name="Ludovic Lietard" userId="86f1c88d-cde3-4efd-85fd-82d8122313b7" providerId="ADAL" clId="{C78FDEEE-9F07-4B83-815E-A5AB9D90ACD4}" dt="2026-05-19T10:13:03.969" v="370" actId="1076"/>
          <ac:spMkLst>
            <pc:docMk/>
            <pc:sldMk cId="885369298" sldId="421"/>
            <ac:spMk id="261127" creationId="{CB2DB712-3157-0AF0-BBEC-5E6B496BE6F3}"/>
          </ac:spMkLst>
        </pc:spChg>
        <pc:spChg chg="mod topLvl">
          <ac:chgData name="Ludovic Lietard" userId="86f1c88d-cde3-4efd-85fd-82d8122313b7" providerId="ADAL" clId="{C78FDEEE-9F07-4B83-815E-A5AB9D90ACD4}" dt="2026-05-19T10:13:03.969" v="370" actId="1076"/>
          <ac:spMkLst>
            <pc:docMk/>
            <pc:sldMk cId="885369298" sldId="421"/>
            <ac:spMk id="261129" creationId="{14CD2569-B0CC-8052-8F35-DA7DE8D01331}"/>
          </ac:spMkLst>
        </pc:spChg>
        <pc:spChg chg="mod topLvl">
          <ac:chgData name="Ludovic Lietard" userId="86f1c88d-cde3-4efd-85fd-82d8122313b7" providerId="ADAL" clId="{C78FDEEE-9F07-4B83-815E-A5AB9D90ACD4}" dt="2026-05-19T10:13:03.969" v="370" actId="1076"/>
          <ac:spMkLst>
            <pc:docMk/>
            <pc:sldMk cId="885369298" sldId="421"/>
            <ac:spMk id="261130" creationId="{92925781-7588-C5F4-5009-AB7766F88EF1}"/>
          </ac:spMkLst>
        </pc:spChg>
        <pc:spChg chg="mod topLvl">
          <ac:chgData name="Ludovic Lietard" userId="86f1c88d-cde3-4efd-85fd-82d8122313b7" providerId="ADAL" clId="{C78FDEEE-9F07-4B83-815E-A5AB9D90ACD4}" dt="2026-05-19T10:13:03.969" v="370" actId="1076"/>
          <ac:spMkLst>
            <pc:docMk/>
            <pc:sldMk cId="885369298" sldId="421"/>
            <ac:spMk id="261131" creationId="{24623FDA-FB3E-4D76-7A98-564883C59D96}"/>
          </ac:spMkLst>
        </pc:spChg>
        <pc:spChg chg="mod">
          <ac:chgData name="Ludovic Lietard" userId="86f1c88d-cde3-4efd-85fd-82d8122313b7" providerId="ADAL" clId="{C78FDEEE-9F07-4B83-815E-A5AB9D90ACD4}" dt="2026-05-19T10:13:08.260" v="372" actId="5793"/>
          <ac:spMkLst>
            <pc:docMk/>
            <pc:sldMk cId="885369298" sldId="421"/>
            <ac:spMk id="261132" creationId="{767590A8-94C5-7845-5387-EAC5CA986E2A}"/>
          </ac:spMkLst>
        </pc:spChg>
        <pc:grpChg chg="add mod">
          <ac:chgData name="Ludovic Lietard" userId="86f1c88d-cde3-4efd-85fd-82d8122313b7" providerId="ADAL" clId="{C78FDEEE-9F07-4B83-815E-A5AB9D90ACD4}" dt="2026-05-19T10:13:03.969" v="370" actId="1076"/>
          <ac:grpSpMkLst>
            <pc:docMk/>
            <pc:sldMk cId="885369298" sldId="421"/>
            <ac:grpSpMk id="3" creationId="{365EEA49-1834-448F-9618-47B163E12A4B}"/>
          </ac:grpSpMkLst>
        </pc:grpChg>
        <pc:grpChg chg="del mod">
          <ac:chgData name="Ludovic Lietard" userId="86f1c88d-cde3-4efd-85fd-82d8122313b7" providerId="ADAL" clId="{C78FDEEE-9F07-4B83-815E-A5AB9D90ACD4}" dt="2026-05-19T10:12:37.824" v="367" actId="165"/>
          <ac:grpSpMkLst>
            <pc:docMk/>
            <pc:sldMk cId="885369298" sldId="421"/>
            <ac:grpSpMk id="261133" creationId="{51311D26-606C-0001-34EB-C0AED2479404}"/>
          </ac:grpSpMkLst>
        </pc:grpChg>
      </pc:sldChg>
      <pc:sldChg chg="addSp delSp modSp add mod">
        <pc:chgData name="Ludovic Lietard" userId="86f1c88d-cde3-4efd-85fd-82d8122313b7" providerId="ADAL" clId="{C78FDEEE-9F07-4B83-815E-A5AB9D90ACD4}" dt="2026-05-19T10:17:18.699" v="453" actId="1076"/>
        <pc:sldMkLst>
          <pc:docMk/>
          <pc:sldMk cId="4094658786" sldId="422"/>
        </pc:sldMkLst>
        <pc:spChg chg="mod">
          <ac:chgData name="Ludovic Lietard" userId="86f1c88d-cde3-4efd-85fd-82d8122313b7" providerId="ADAL" clId="{C78FDEEE-9F07-4B83-815E-A5AB9D90ACD4}" dt="2026-05-19T10:16:29.659" v="441" actId="1076"/>
          <ac:spMkLst>
            <pc:docMk/>
            <pc:sldMk cId="4094658786" sldId="422"/>
            <ac:spMk id="17" creationId="{91C33271-81EB-4E7D-A6D5-AE978D1B370E}"/>
          </ac:spMkLst>
        </pc:spChg>
        <pc:spChg chg="mod">
          <ac:chgData name="Ludovic Lietard" userId="86f1c88d-cde3-4efd-85fd-82d8122313b7" providerId="ADAL" clId="{C78FDEEE-9F07-4B83-815E-A5AB9D90ACD4}" dt="2026-05-19T10:16:29.659" v="441" actId="1076"/>
          <ac:spMkLst>
            <pc:docMk/>
            <pc:sldMk cId="4094658786" sldId="422"/>
            <ac:spMk id="18" creationId="{5E97DB1F-26E3-4212-9FB7-057C51026897}"/>
          </ac:spMkLst>
        </pc:spChg>
        <pc:spChg chg="mod">
          <ac:chgData name="Ludovic Lietard" userId="86f1c88d-cde3-4efd-85fd-82d8122313b7" providerId="ADAL" clId="{C78FDEEE-9F07-4B83-815E-A5AB9D90ACD4}" dt="2026-05-19T10:16:29.659" v="441" actId="1076"/>
          <ac:spMkLst>
            <pc:docMk/>
            <pc:sldMk cId="4094658786" sldId="422"/>
            <ac:spMk id="19" creationId="{E77CDAAC-D0A7-4B10-B822-C12002516665}"/>
          </ac:spMkLst>
        </pc:spChg>
        <pc:spChg chg="mod">
          <ac:chgData name="Ludovic Lietard" userId="86f1c88d-cde3-4efd-85fd-82d8122313b7" providerId="ADAL" clId="{C78FDEEE-9F07-4B83-815E-A5AB9D90ACD4}" dt="2026-05-19T10:16:29.659" v="441" actId="1076"/>
          <ac:spMkLst>
            <pc:docMk/>
            <pc:sldMk cId="4094658786" sldId="422"/>
            <ac:spMk id="20" creationId="{F69F84A2-02B1-4ED9-910C-2FE23873F54B}"/>
          </ac:spMkLst>
        </pc:spChg>
        <pc:spChg chg="mod">
          <ac:chgData name="Ludovic Lietard" userId="86f1c88d-cde3-4efd-85fd-82d8122313b7" providerId="ADAL" clId="{C78FDEEE-9F07-4B83-815E-A5AB9D90ACD4}" dt="2026-05-19T10:16:29.659" v="441" actId="1076"/>
          <ac:spMkLst>
            <pc:docMk/>
            <pc:sldMk cId="4094658786" sldId="422"/>
            <ac:spMk id="21" creationId="{271AF6B7-E709-45DE-8689-79E1491D577B}"/>
          </ac:spMkLst>
        </pc:spChg>
        <pc:spChg chg="mod">
          <ac:chgData name="Ludovic Lietard" userId="86f1c88d-cde3-4efd-85fd-82d8122313b7" providerId="ADAL" clId="{C78FDEEE-9F07-4B83-815E-A5AB9D90ACD4}" dt="2026-05-19T10:17:18.699" v="453" actId="1076"/>
          <ac:spMkLst>
            <pc:docMk/>
            <pc:sldMk cId="4094658786" sldId="422"/>
            <ac:spMk id="320515" creationId="{FF4723FE-2A8B-39D2-4A3B-9834CA62187E}"/>
          </ac:spMkLst>
        </pc:spChg>
        <pc:spChg chg="mod">
          <ac:chgData name="Ludovic Lietard" userId="86f1c88d-cde3-4efd-85fd-82d8122313b7" providerId="ADAL" clId="{C78FDEEE-9F07-4B83-815E-A5AB9D90ACD4}" dt="2026-05-19T10:15:08.795" v="410" actId="20577"/>
          <ac:spMkLst>
            <pc:docMk/>
            <pc:sldMk cId="4094658786" sldId="422"/>
            <ac:spMk id="320524" creationId="{F5305822-A7F0-0D98-0C16-026F266F026E}"/>
          </ac:spMkLst>
        </pc:spChg>
        <pc:spChg chg="mod">
          <ac:chgData name="Ludovic Lietard" userId="86f1c88d-cde3-4efd-85fd-82d8122313b7" providerId="ADAL" clId="{C78FDEEE-9F07-4B83-815E-A5AB9D90ACD4}" dt="2026-05-19T10:15:35.941" v="433" actId="14100"/>
          <ac:spMkLst>
            <pc:docMk/>
            <pc:sldMk cId="4094658786" sldId="422"/>
            <ac:spMk id="320530" creationId="{113F0969-B127-895D-6566-0264FA764EDD}"/>
          </ac:spMkLst>
        </pc:spChg>
        <pc:spChg chg="mod">
          <ac:chgData name="Ludovic Lietard" userId="86f1c88d-cde3-4efd-85fd-82d8122313b7" providerId="ADAL" clId="{C78FDEEE-9F07-4B83-815E-A5AB9D90ACD4}" dt="2026-05-19T10:15:38.832" v="434" actId="14100"/>
          <ac:spMkLst>
            <pc:docMk/>
            <pc:sldMk cId="4094658786" sldId="422"/>
            <ac:spMk id="320531" creationId="{B33B80BE-9131-49FA-C1EA-2FC145804AF2}"/>
          </ac:spMkLst>
        </pc:spChg>
        <pc:spChg chg="del mod">
          <ac:chgData name="Ludovic Lietard" userId="86f1c88d-cde3-4efd-85fd-82d8122313b7" providerId="ADAL" clId="{C78FDEEE-9F07-4B83-815E-A5AB9D90ACD4}" dt="2026-05-19T10:15:32.634" v="432"/>
          <ac:spMkLst>
            <pc:docMk/>
            <pc:sldMk cId="4094658786" sldId="422"/>
            <ac:spMk id="320533" creationId="{70DB7442-BC20-4EAA-0E23-BD6B79867AD2}"/>
          </ac:spMkLst>
        </pc:spChg>
        <pc:grpChg chg="add mod">
          <ac:chgData name="Ludovic Lietard" userId="86f1c88d-cde3-4efd-85fd-82d8122313b7" providerId="ADAL" clId="{C78FDEEE-9F07-4B83-815E-A5AB9D90ACD4}" dt="2026-05-19T10:16:29.659" v="441" actId="1076"/>
          <ac:grpSpMkLst>
            <pc:docMk/>
            <pc:sldMk cId="4094658786" sldId="422"/>
            <ac:grpSpMk id="16" creationId="{2D855467-02BA-40E9-A15D-E7E3A54D7AC0}"/>
          </ac:grpSpMkLst>
        </pc:grpChg>
        <pc:grpChg chg="del">
          <ac:chgData name="Ludovic Lietard" userId="86f1c88d-cde3-4efd-85fd-82d8122313b7" providerId="ADAL" clId="{C78FDEEE-9F07-4B83-815E-A5AB9D90ACD4}" dt="2026-05-19T10:14:59.895" v="408" actId="478"/>
          <ac:grpSpMkLst>
            <pc:docMk/>
            <pc:sldMk cId="4094658786" sldId="422"/>
            <ac:grpSpMk id="320516" creationId="{12C4E9FE-A360-0D46-D2E2-4752DE3849AF}"/>
          </ac:grpSpMkLst>
        </pc:grpChg>
        <pc:cxnChg chg="mod">
          <ac:chgData name="Ludovic Lietard" userId="86f1c88d-cde3-4efd-85fd-82d8122313b7" providerId="ADAL" clId="{C78FDEEE-9F07-4B83-815E-A5AB9D90ACD4}" dt="2026-05-19T10:16:29.659" v="441" actId="1076"/>
          <ac:cxnSpMkLst>
            <pc:docMk/>
            <pc:sldMk cId="4094658786" sldId="422"/>
            <ac:cxnSpMk id="22" creationId="{2230F950-08E4-45CA-8042-2BE9FBA73AD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050">
            <a:extLst>
              <a:ext uri="{FF2B5EF4-FFF2-40B4-BE49-F238E27FC236}">
                <a16:creationId xmlns:a16="http://schemas.microsoft.com/office/drawing/2014/main" id="{3B33F2D7-4D5D-A09D-ABCD-856C3D430A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fr-FR" altLang="fr-FR"/>
          </a:p>
        </p:txBody>
      </p:sp>
      <p:sp>
        <p:nvSpPr>
          <p:cNvPr id="16387" name="Rectangle 2051">
            <a:extLst>
              <a:ext uri="{FF2B5EF4-FFF2-40B4-BE49-F238E27FC236}">
                <a16:creationId xmlns:a16="http://schemas.microsoft.com/office/drawing/2014/main" id="{8FF32279-0CE7-5DAB-D2B4-56CB7C77ED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E01E31C6-B250-4580-97AB-71F5894F68A8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16388" name="Rectangle 2052">
            <a:extLst>
              <a:ext uri="{FF2B5EF4-FFF2-40B4-BE49-F238E27FC236}">
                <a16:creationId xmlns:a16="http://schemas.microsoft.com/office/drawing/2014/main" id="{20CC40AF-D202-776D-6E8C-2123A54EC96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2053">
            <a:extLst>
              <a:ext uri="{FF2B5EF4-FFF2-40B4-BE49-F238E27FC236}">
                <a16:creationId xmlns:a16="http://schemas.microsoft.com/office/drawing/2014/main" id="{B33C5B09-CD43-93D6-DFD3-45BD9DB3402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6390" name="Rectangle 2054">
            <a:extLst>
              <a:ext uri="{FF2B5EF4-FFF2-40B4-BE49-F238E27FC236}">
                <a16:creationId xmlns:a16="http://schemas.microsoft.com/office/drawing/2014/main" id="{0F12825E-004D-9AB8-30D7-95532EA539E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fr-FR" altLang="fr-FR"/>
          </a:p>
        </p:txBody>
      </p:sp>
      <p:sp>
        <p:nvSpPr>
          <p:cNvPr id="16391" name="Rectangle 2055">
            <a:extLst>
              <a:ext uri="{FF2B5EF4-FFF2-40B4-BE49-F238E27FC236}">
                <a16:creationId xmlns:a16="http://schemas.microsoft.com/office/drawing/2014/main" id="{52D4342A-9FB7-55D2-D988-1C0F059989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E32AE470-B282-47D7-BE83-3A94B910A3D4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9B7B1EDC-FB93-F42B-526F-0410FF3A3E3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CB4A1891-FDBA-47D3-BBA6-A4080969B92F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E2C081F8-3E3D-3AE8-6720-EA9C0A585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B880B6-18AF-4789-8D7F-E614FFC2DFCE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F9557C98-B440-22DB-DAED-8CDE9E52B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790C2FF4-BB6E-D904-4999-FC620CEE9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5C7E89A5-A711-186F-1317-A609E8480EA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1BCFDCF-599A-44A5-97BD-B441ECB6377D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A991B632-C86B-25FC-A35E-CCB0305E50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701863-9A29-453B-9876-040592F4E5BE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916D2F52-32D8-5D91-B827-F1C6419B4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8422F405-7D92-BD15-9DFA-E1379850C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43491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5C7E89A5-A711-186F-1317-A609E8480EA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1BCFDCF-599A-44A5-97BD-B441ECB6377D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A991B632-C86B-25FC-A35E-CCB0305E50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701863-9A29-453B-9876-040592F4E5BE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916D2F52-32D8-5D91-B827-F1C6419B4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8422F405-7D92-BD15-9DFA-E1379850C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5C7E89A5-A711-186F-1317-A609E8480EA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1BCFDCF-599A-44A5-97BD-B441ECB6377D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A991B632-C86B-25FC-A35E-CCB0305E50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701863-9A29-453B-9876-040592F4E5BE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916D2F52-32D8-5D91-B827-F1C6419B4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8422F405-7D92-BD15-9DFA-E1379850C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90275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5C7E89A5-A711-186F-1317-A609E8480EA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1BCFDCF-599A-44A5-97BD-B441ECB6377D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A991B632-C86B-25FC-A35E-CCB0305E50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701863-9A29-453B-9876-040592F4E5BE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916D2F52-32D8-5D91-B827-F1C6419B4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8422F405-7D92-BD15-9DFA-E1379850C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59052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B8FCAEF6-74BF-499B-C115-F0C4EA568A3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20F86590-8834-4DAD-9B64-E9E85DF5C513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46EEF1C6-D055-263E-F621-0631432FE5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8F4BE-9ADC-495F-B482-DD7B612999C4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311298" name="Rectangle 2">
            <a:extLst>
              <a:ext uri="{FF2B5EF4-FFF2-40B4-BE49-F238E27FC236}">
                <a16:creationId xmlns:a16="http://schemas.microsoft.com/office/drawing/2014/main" id="{665BF9FF-F35F-0526-AB18-966A813C1C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6A69A2B5-AD79-92C7-0F97-96DDC35FC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C46B98D4-5A35-0F4D-EA04-A806FFAE11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790F7E93-4521-4925-9551-9B2C1BDA5F27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E0F6832E-8A9C-74FC-2181-A4AFF857D7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60F0F9-550C-44BC-8FE5-BDDA884A9BD5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321538" name="Rectangle 2">
            <a:extLst>
              <a:ext uri="{FF2B5EF4-FFF2-40B4-BE49-F238E27FC236}">
                <a16:creationId xmlns:a16="http://schemas.microsoft.com/office/drawing/2014/main" id="{A1F86FAF-A5AE-A05E-7692-2906F1D11C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5D1CEA24-3E18-D1A8-3121-3D21055643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C46B98D4-5A35-0F4D-EA04-A806FFAE11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790F7E93-4521-4925-9551-9B2C1BDA5F27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E0F6832E-8A9C-74FC-2181-A4AFF857D7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60F0F9-550C-44BC-8FE5-BDDA884A9BD5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321538" name="Rectangle 2">
            <a:extLst>
              <a:ext uri="{FF2B5EF4-FFF2-40B4-BE49-F238E27FC236}">
                <a16:creationId xmlns:a16="http://schemas.microsoft.com/office/drawing/2014/main" id="{A1F86FAF-A5AE-A05E-7692-2906F1D11C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5D1CEA24-3E18-D1A8-3121-3D21055643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50553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6F3A15CE-C312-AF93-9317-53984200269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00E4B3F2-9514-4460-9D75-8CFB90624462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99261B23-6717-A439-31E4-8E41DE6C47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41AAFC-00D6-4FAD-9249-C7CF948A07AC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329730" name="Rectangle 2">
            <a:extLst>
              <a:ext uri="{FF2B5EF4-FFF2-40B4-BE49-F238E27FC236}">
                <a16:creationId xmlns:a16="http://schemas.microsoft.com/office/drawing/2014/main" id="{1A6091E6-8BC2-6D20-0A92-37012BE3D0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79CF411F-0E0F-5F2F-9D1F-AF75582D8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9848C30A-C9E1-8CD9-1BEA-208EE6A35DC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72BABB41-136E-47C2-A627-6B6D45DCC622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1FA86376-6BEF-720A-2475-D99BBCF33D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95F4EF-AA62-4FE0-BF00-29AF2DEB6F5E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331778" name="Rectangle 2">
            <a:extLst>
              <a:ext uri="{FF2B5EF4-FFF2-40B4-BE49-F238E27FC236}">
                <a16:creationId xmlns:a16="http://schemas.microsoft.com/office/drawing/2014/main" id="{263A37F4-60F3-EF31-7314-53E1F645C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95402C14-7074-8F3E-ED41-8844AD5257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4E8045FF-B14B-3967-33F8-CB7B3A9A50B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10EF1FA-12D2-4082-BEC1-BE4EFFC7A6F5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EED56D76-2C72-8DA1-A365-9AB1C5F51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92A4FB-11D4-4B1D-A6F7-DB587BB59578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350210" name="Rectangle 2">
            <a:extLst>
              <a:ext uri="{FF2B5EF4-FFF2-40B4-BE49-F238E27FC236}">
                <a16:creationId xmlns:a16="http://schemas.microsoft.com/office/drawing/2014/main" id="{AC07A276-0967-337A-DBBB-76B2F7106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>
            <a:extLst>
              <a:ext uri="{FF2B5EF4-FFF2-40B4-BE49-F238E27FC236}">
                <a16:creationId xmlns:a16="http://schemas.microsoft.com/office/drawing/2014/main" id="{3BECE703-C7AD-A7B7-456C-756407180A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3A97DB05-6B47-6DE7-402F-7C6B865B800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2749D9B7-0C3C-4F3C-94BF-9DC7C235B0B4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9D3F1942-F9E1-9964-8638-455422D863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CF6D95-D901-4A85-B15A-AD1734FDE502}" type="slidenum">
              <a:rPr lang="fr-FR" altLang="fr-FR"/>
              <a:pPr/>
              <a:t>12</a:t>
            </a:fld>
            <a:endParaRPr lang="fr-FR" altLang="fr-FR"/>
          </a:p>
        </p:txBody>
      </p:sp>
      <p:sp>
        <p:nvSpPr>
          <p:cNvPr id="352258" name="Rectangle 2">
            <a:extLst>
              <a:ext uri="{FF2B5EF4-FFF2-40B4-BE49-F238E27FC236}">
                <a16:creationId xmlns:a16="http://schemas.microsoft.com/office/drawing/2014/main" id="{250D69DE-A7A5-EADC-598E-0C714093C4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126D2B8C-7A6A-476D-962C-76154E0415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91D9AB56-4D8C-59C0-9BB2-81D560674F9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48393CF0-8987-4734-A7CB-59B7D0ECBCA3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7CE0D63A-7307-2103-E204-29674BA2CC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C5291A-CD21-4671-98EE-37788584A455}" type="slidenum">
              <a:rPr lang="fr-FR" altLang="fr-FR"/>
              <a:pPr/>
              <a:t>13</a:t>
            </a:fld>
            <a:endParaRPr lang="fr-FR" altLang="fr-FR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289BE54D-0E27-79D8-004D-43D257E7F9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D7D78BD-E0A6-FFEE-7023-9B753E6D0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C56CCC1C-D5A6-49F3-A231-E738045236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2C776BDF-66DE-4279-97F1-0198ACE18CFF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47742969-EC84-BA11-74F6-7646962408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BCF4EF-DDCF-4E4C-B0BF-BDF0FC109793}" type="slidenum">
              <a:rPr lang="fr-FR" altLang="fr-FR"/>
              <a:pPr/>
              <a:t>14</a:t>
            </a:fld>
            <a:endParaRPr lang="fr-FR" altLang="fr-FR"/>
          </a:p>
        </p:txBody>
      </p:sp>
      <p:sp>
        <p:nvSpPr>
          <p:cNvPr id="325634" name="Rectangle 2">
            <a:extLst>
              <a:ext uri="{FF2B5EF4-FFF2-40B4-BE49-F238E27FC236}">
                <a16:creationId xmlns:a16="http://schemas.microsoft.com/office/drawing/2014/main" id="{4652FEF8-962C-61EE-7492-24737C75D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85DE5D1C-9403-3452-E9E3-F83A24FD3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51">
            <a:extLst>
              <a:ext uri="{FF2B5EF4-FFF2-40B4-BE49-F238E27FC236}">
                <a16:creationId xmlns:a16="http://schemas.microsoft.com/office/drawing/2014/main" id="{4A88AFFE-CB6B-F968-E3B2-D988711573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FE95F4C-8BDC-4ED6-99A3-71537AA97122}" type="datetime1">
              <a:rPr lang="fr-FR" altLang="fr-FR"/>
              <a:pPr/>
              <a:t>19/05/2026</a:t>
            </a:fld>
            <a:endParaRPr lang="fr-FR" altLang="fr-FR"/>
          </a:p>
        </p:txBody>
      </p:sp>
      <p:sp>
        <p:nvSpPr>
          <p:cNvPr id="7" name="Rectangle 2055">
            <a:extLst>
              <a:ext uri="{FF2B5EF4-FFF2-40B4-BE49-F238E27FC236}">
                <a16:creationId xmlns:a16="http://schemas.microsoft.com/office/drawing/2014/main" id="{35862D41-79AE-18A5-72D2-3A10E23384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E9442A-1918-4878-89AB-DA489D60BD68}" type="slidenum">
              <a:rPr lang="fr-FR" altLang="fr-FR"/>
              <a:pPr/>
              <a:t>16</a:t>
            </a:fld>
            <a:endParaRPr lang="fr-FR" altLang="fr-FR"/>
          </a:p>
        </p:txBody>
      </p:sp>
      <p:sp>
        <p:nvSpPr>
          <p:cNvPr id="355330" name="Rectangle 2">
            <a:extLst>
              <a:ext uri="{FF2B5EF4-FFF2-40B4-BE49-F238E27FC236}">
                <a16:creationId xmlns:a16="http://schemas.microsoft.com/office/drawing/2014/main" id="{D023CA82-8F05-1EA2-DEE0-1F21839EBE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>
            <a:extLst>
              <a:ext uri="{FF2B5EF4-FFF2-40B4-BE49-F238E27FC236}">
                <a16:creationId xmlns:a16="http://schemas.microsoft.com/office/drawing/2014/main" id="{4C8F008A-081B-F7D8-DDA3-E60808579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>
            <a:extLst>
              <a:ext uri="{FF2B5EF4-FFF2-40B4-BE49-F238E27FC236}">
                <a16:creationId xmlns:a16="http://schemas.microsoft.com/office/drawing/2014/main" id="{9BD0E1FE-F38F-AEA4-CD54-E4BDD47672A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708150"/>
            <a:ext cx="9147175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075" name="Arc 3">
            <a:extLst>
              <a:ext uri="{FF2B5EF4-FFF2-40B4-BE49-F238E27FC236}">
                <a16:creationId xmlns:a16="http://schemas.microsoft.com/office/drawing/2014/main" id="{13A817E0-484A-B1DC-C778-C8CDE01153DC}"/>
              </a:ext>
            </a:extLst>
          </p:cNvPr>
          <p:cNvSpPr>
            <a:spLocks/>
          </p:cNvSpPr>
          <p:nvPr/>
        </p:nvSpPr>
        <p:spPr bwMode="auto">
          <a:xfrm>
            <a:off x="0" y="842963"/>
            <a:ext cx="2895600" cy="60182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5052EFB-948F-1108-CF3F-8997E997C489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2743200" y="427038"/>
            <a:ext cx="6399213" cy="1524000"/>
          </a:xfrm>
        </p:spPr>
        <p:txBody>
          <a:bodyPr anchor="b"/>
          <a:lstStyle>
            <a:lvl1pPr>
              <a:lnSpc>
                <a:spcPct val="80000"/>
              </a:lnSpc>
              <a:defRPr sz="6600"/>
            </a:lvl1pPr>
          </a:lstStyle>
          <a:p>
            <a:pPr lvl="0"/>
            <a:r>
              <a:rPr lang="fr-FR" altLang="fr-FR" noProof="0"/>
              <a:t>Cliquez pour modifier le style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1A30507-4E1C-6228-DE4B-888641CF5C6B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191000" y="1752600"/>
            <a:ext cx="45720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 sz="2400"/>
            </a:lvl1pPr>
          </a:lstStyle>
          <a:p>
            <a:pPr lvl="0"/>
            <a:r>
              <a:rPr lang="fr-FR" altLang="fr-FR" noProof="0"/>
              <a:t>Cliquez pour modifier le style des sous-titres du masque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009435E-7DB1-4DD3-D273-FBB36D999458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C0B2340D-BB3E-20CF-EAE2-4E01189EE1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974B690D-7941-1A3C-94FD-DBDBCB66FD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F48DF32-F6B7-46BD-A541-ADEC1DC1F671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CCA937-B765-308B-12A8-F048C2A8C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88A9F4-568F-F582-CC3C-35CAA64B9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2C4854-DBDF-7616-9BE8-9B331718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E275B8-9E94-43CC-20BB-217AE1E74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C56B8-D1A7-9B70-ED41-9C892B7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FFDBB5-703B-4C0F-B92B-0017810943A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19331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2508F-1F56-3ED4-13D3-9059DB5C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88BB12-38D6-A509-8C6D-A54EA6AD0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00FE99-5D9A-AEB1-1E87-15853207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2F4C67-80EE-7D0B-DBF4-CC4B004D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2B2199-9268-68A4-08D5-BD5D7F27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BF9FC-39B9-4267-92C9-B727D5C574D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36515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FBFAC-00FE-891E-4726-D489312A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7CC58C-4109-9C9B-3483-49D611BEE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19400" y="1981200"/>
            <a:ext cx="2971800" cy="4114800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DCD53-B60C-7D31-52FA-5C115757F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81200"/>
            <a:ext cx="2971800" cy="4114800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A0FF6C-A9C7-0031-F482-E68CB809A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C192C3D-66BC-FC6B-2A63-1CB6245E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74A2B0-31B3-17FE-485A-1C913C99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582822-AE21-405E-B34F-374419FABF0F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0275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F950B2-9ECF-33B2-A198-89EC32AB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13AC8B-C54D-71BE-D4C3-1F9D29A76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9D7310-2999-265D-B3AC-D899E8EE7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7C2BB49-96E8-D09B-3E07-FDA0AEBBF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FFF2E58-9D93-1212-B2AF-3BC4956D2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3CF72B8-96F7-202E-5235-8997AE2F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52AD6F-47ED-FDFA-B253-24DCA06D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FEE7F5D-1EB6-36DF-272F-49AEC42E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198B7A-55CC-4FFE-92D4-B836EEA2A16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19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A020AB-549B-B5E1-1515-05A5E8DC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E23CE3-5A22-39AF-B788-7F3CDF97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B6D761-E612-A6D1-3B2E-4B5B0287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89FB29-C6DC-2C1D-35E8-EABDAB39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E02DCD-0277-4D09-BBF5-973396D93D5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9368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0BA78E-1813-4F44-A7A6-7DF585B8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16E758F-1DFB-B7AF-4AB9-EC73FF88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254D0-59AE-3E78-9F58-B256764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D6BC2F-D455-4526-84A2-ECB7352E6A1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406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383EF-C732-D3A7-465A-62B79358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3ED959-B5B0-DECD-6536-48C83788C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808DB2C-143E-19E8-CDE8-8746A2888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E2F439-4C04-BD6D-9158-5D99C8F6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DA446E-DC8F-0C39-B9EB-33D06588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84C1D9-B504-3BEA-C8A1-A7FAD775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9CDEBF-2338-4D5B-8035-C63D0E3914F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7165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62C73-D643-5B67-D901-006A5DDD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05DD717-3B17-0CEF-BB4D-9ECB75D94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501AEE-7020-DF1B-7A4E-12CF2009D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178573-3F0E-8DE5-A3BE-BC5964F7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A5503C-415F-47D9-4525-1DD1C9CD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8BBEBF-3B88-D1A2-A540-8F0BD983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7146C-8509-4872-9EE9-6E96E01563E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8698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3241E4-ECC8-191D-3482-34509058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C7841A-8CDD-459D-FD12-D50CE21DC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B804F8-1CBB-13F2-7330-1158A285A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DCCE0B-14E2-55F1-AA26-3F081F27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FC5119-76CE-0889-CD13-06916396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6969B8-7912-412E-ACC3-E4D47FD089B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6074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2A1090E-23A7-E723-21E2-70CE8A07B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91400" y="609600"/>
            <a:ext cx="1524000" cy="5486400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F6B3DB-DAEC-8BDC-CBF6-574399BDF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819400" y="609600"/>
            <a:ext cx="4419600" cy="5486400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42C964-D441-E580-9D50-37599014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D61C13-86C3-F88A-AA1E-5D57B5CA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EDEEBD-1085-938F-23FB-D6E52D1B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920D18-9BA3-4B9F-97C3-7D5CF6720B9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6847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rc 2">
            <a:extLst>
              <a:ext uri="{FF2B5EF4-FFF2-40B4-BE49-F238E27FC236}">
                <a16:creationId xmlns:a16="http://schemas.microsoft.com/office/drawing/2014/main" id="{A98F8DC9-4402-C91B-58E6-0B74A74E2778}"/>
              </a:ext>
            </a:extLst>
          </p:cNvPr>
          <p:cNvSpPr>
            <a:spLocks/>
          </p:cNvSpPr>
          <p:nvPr/>
        </p:nvSpPr>
        <p:spPr bwMode="auto">
          <a:xfrm>
            <a:off x="0" y="842963"/>
            <a:ext cx="2895600" cy="60182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412D9B4-498A-6C9F-2BCD-9E982983D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19400" y="609600"/>
            <a:ext cx="6096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A30FFFD-691D-0D6E-AD02-96BF00DEC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19400" y="1981200"/>
            <a:ext cx="6096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EADA364-4625-E2CA-F0F1-B0F3DA580A8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hlink"/>
                </a:solidFill>
                <a:latin typeface="+mn-lt"/>
              </a:defRPr>
            </a:lvl1pPr>
          </a:lstStyle>
          <a:p>
            <a:endParaRPr lang="fr-FR" altLang="fr-F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E45A129-811B-C1BD-052C-603CDD0DAA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hlink"/>
                </a:solidFill>
                <a:latin typeface="+mn-lt"/>
              </a:defRPr>
            </a:lvl1pPr>
          </a:lstStyle>
          <a:p>
            <a:endParaRPr lang="fr-FR" altLang="fr-F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B404F02-8FAE-C0BB-45AC-806D02E55D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hlink"/>
                </a:solidFill>
                <a:latin typeface="+mn-lt"/>
              </a:defRPr>
            </a:lvl1pPr>
          </a:lstStyle>
          <a:p>
            <a:fld id="{211EC759-EEF1-4185-B145-687AC6FF3559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</a:defRPr>
      </a:lvl5pPr>
      <a:lvl6pPr marL="4572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</a:defRPr>
      </a:lvl6pPr>
      <a:lvl7pPr marL="9144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</a:defRPr>
      </a:lvl7pPr>
      <a:lvl8pPr marL="13716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</a:defRPr>
      </a:lvl8pPr>
      <a:lvl9pPr marL="18288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Monotype Sorts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Monotype Sorts" pitchFamily="2" charset="2"/>
        <a:buChar char="F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72A81289-7019-6197-6754-48DAF32637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D5FDC0E4-9291-E833-4BC2-B8E4987BC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96975"/>
            <a:ext cx="9144000" cy="63944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altLang="fr-FR" sz="3200" dirty="0"/>
              <a:t>But : définir </a:t>
            </a:r>
            <a:r>
              <a:rPr lang="fr-FR" altLang="fr-FR" sz="3200" u="sng" dirty="0"/>
              <a:t>entièrement</a:t>
            </a:r>
            <a:r>
              <a:rPr lang="fr-FR" altLang="fr-FR" sz="3200" dirty="0"/>
              <a:t> toutes les classes (JAVA) de l’application à partir d’un modèle objet (UML)</a:t>
            </a:r>
          </a:p>
          <a:p>
            <a:pPr>
              <a:lnSpc>
                <a:spcPct val="80000"/>
              </a:lnSpc>
            </a:pPr>
            <a:endParaRPr lang="fr-FR" altLang="fr-FR" sz="3200" dirty="0"/>
          </a:p>
          <a:p>
            <a:pPr>
              <a:lnSpc>
                <a:spcPct val="80000"/>
              </a:lnSpc>
            </a:pPr>
            <a:r>
              <a:rPr lang="fr-FR" altLang="fr-FR" sz="3200" dirty="0"/>
              <a:t>La méthode est un processus de raffinement ou d’ajout de détails</a:t>
            </a:r>
          </a:p>
          <a:p>
            <a:pPr>
              <a:lnSpc>
                <a:spcPct val="80000"/>
              </a:lnSpc>
            </a:pPr>
            <a:endParaRPr lang="fr-FR" altLang="fr-FR" sz="3200" dirty="0"/>
          </a:p>
          <a:p>
            <a:pPr>
              <a:lnSpc>
                <a:spcPct val="80000"/>
              </a:lnSpc>
            </a:pPr>
            <a:r>
              <a:rPr lang="fr-FR" altLang="fr-FR" sz="3200" dirty="0"/>
              <a:t>A partir du diagramme de classes UML :</a:t>
            </a:r>
          </a:p>
          <a:p>
            <a:pPr>
              <a:lnSpc>
                <a:spcPct val="80000"/>
              </a:lnSpc>
            </a:pPr>
            <a:endParaRPr lang="fr-FR" altLang="fr-FR" sz="1000" dirty="0"/>
          </a:p>
          <a:p>
            <a:pPr lvl="1">
              <a:lnSpc>
                <a:spcPct val="80000"/>
              </a:lnSpc>
            </a:pPr>
            <a:r>
              <a:rPr lang="fr-FR" altLang="fr-FR" sz="3000" i="1" dirty="0"/>
              <a:t> </a:t>
            </a:r>
            <a:r>
              <a:rPr lang="fr-FR" altLang="fr-FR" sz="3000" dirty="0"/>
              <a:t>écrire du code (JAVA) qui représente les classes et les associations</a:t>
            </a:r>
          </a:p>
          <a:p>
            <a:pPr>
              <a:lnSpc>
                <a:spcPct val="80000"/>
              </a:lnSpc>
            </a:pPr>
            <a:endParaRPr lang="fr-FR" altLang="fr-FR" sz="2000" dirty="0"/>
          </a:p>
          <a:p>
            <a:pPr>
              <a:lnSpc>
                <a:spcPct val="80000"/>
              </a:lnSpc>
            </a:pPr>
            <a:endParaRPr lang="fr-FR" altLang="fr-FR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>
            <a:extLst>
              <a:ext uri="{FF2B5EF4-FFF2-40B4-BE49-F238E27FC236}">
                <a16:creationId xmlns:a16="http://schemas.microsoft.com/office/drawing/2014/main" id="{86866527-74D9-173E-71BD-1225A6F6F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81113"/>
            <a:ext cx="9144000" cy="4130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altLang="fr-FR" dirty="0"/>
              <a:t>Les associations peuvent être :</a:t>
            </a:r>
          </a:p>
          <a:p>
            <a:pPr>
              <a:lnSpc>
                <a:spcPct val="80000"/>
              </a:lnSpc>
            </a:pPr>
            <a:endParaRPr lang="fr-FR" altLang="fr-FR" sz="2000" dirty="0"/>
          </a:p>
          <a:p>
            <a:pPr lvl="1">
              <a:lnSpc>
                <a:spcPct val="80000"/>
              </a:lnSpc>
            </a:pPr>
            <a:r>
              <a:rPr lang="fr-FR" altLang="fr-FR" sz="2800" dirty="0"/>
              <a:t> associations unidirectionnelles (un seul sens de lecture)</a:t>
            </a:r>
          </a:p>
          <a:p>
            <a:pPr lvl="1">
              <a:lnSpc>
                <a:spcPct val="80000"/>
              </a:lnSpc>
            </a:pPr>
            <a:r>
              <a:rPr lang="fr-FR" altLang="fr-FR" sz="2800" dirty="0"/>
              <a:t> associations </a:t>
            </a:r>
            <a:r>
              <a:rPr lang="fr-FR" altLang="fr-FR" sz="2800" dirty="0" err="1"/>
              <a:t>bi-directionnelles</a:t>
            </a:r>
            <a:r>
              <a:rPr lang="fr-FR" altLang="fr-FR" sz="2800" dirty="0"/>
              <a:t> (tous les sens)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fr-FR" altLang="fr-FR" sz="28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fr-FR" altLang="fr-FR" sz="2800" dirty="0"/>
              <a:t>Pour une association binaire, il y a donc trois lectures différentes.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fr-FR" altLang="fr-FR" sz="28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fr-FR" altLang="fr-FR" sz="2800" dirty="0"/>
              <a:t>Exemple.</a:t>
            </a:r>
          </a:p>
          <a:p>
            <a:pPr lvl="1">
              <a:lnSpc>
                <a:spcPct val="80000"/>
              </a:lnSpc>
            </a:pPr>
            <a:endParaRPr lang="fr-FR" altLang="fr-FR" sz="2800" dirty="0"/>
          </a:p>
          <a:p>
            <a:pPr>
              <a:lnSpc>
                <a:spcPct val="80000"/>
              </a:lnSpc>
            </a:pPr>
            <a:endParaRPr lang="fr-FR" altLang="fr-FR" sz="5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fr-FR" altLang="fr-FR" sz="500" dirty="0"/>
          </a:p>
          <a:p>
            <a:pPr>
              <a:lnSpc>
                <a:spcPct val="80000"/>
              </a:lnSpc>
            </a:pPr>
            <a:endParaRPr lang="fr-FR" altLang="fr-FR" sz="500" dirty="0"/>
          </a:p>
          <a:p>
            <a:pPr>
              <a:lnSpc>
                <a:spcPct val="80000"/>
              </a:lnSpc>
            </a:pPr>
            <a:endParaRPr lang="fr-FR" altLang="fr-FR" sz="17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fr-FR" altLang="fr-FR" sz="16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400" dirty="0"/>
              <a:t>	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400" dirty="0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200" dirty="0"/>
              <a:t>    </a:t>
            </a:r>
          </a:p>
        </p:txBody>
      </p:sp>
      <p:sp>
        <p:nvSpPr>
          <p:cNvPr id="261122" name="Rectangle 2">
            <a:extLst>
              <a:ext uri="{FF2B5EF4-FFF2-40B4-BE49-F238E27FC236}">
                <a16:creationId xmlns:a16="http://schemas.microsoft.com/office/drawing/2014/main" id="{46519EE7-E4A0-8ADD-F10B-CCFE25B02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 </a:t>
            </a:r>
          </a:p>
        </p:txBody>
      </p:sp>
      <p:sp>
        <p:nvSpPr>
          <p:cNvPr id="261128" name="Text Box 8">
            <a:extLst>
              <a:ext uri="{FF2B5EF4-FFF2-40B4-BE49-F238E27FC236}">
                <a16:creationId xmlns:a16="http://schemas.microsoft.com/office/drawing/2014/main" id="{5D087D18-3115-1CF8-651E-94AB67C4B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429000"/>
            <a:ext cx="158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15622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46519EE7-E4A0-8ADD-F10B-CCFE25B02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 </a:t>
            </a:r>
          </a:p>
        </p:txBody>
      </p:sp>
      <p:sp>
        <p:nvSpPr>
          <p:cNvPr id="261128" name="Text Box 8">
            <a:extLst>
              <a:ext uri="{FF2B5EF4-FFF2-40B4-BE49-F238E27FC236}">
                <a16:creationId xmlns:a16="http://schemas.microsoft.com/office/drawing/2014/main" id="{5D087D18-3115-1CF8-651E-94AB67C4B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429000"/>
            <a:ext cx="158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 altLang="fr-FR"/>
          </a:p>
        </p:txBody>
      </p:sp>
      <p:sp>
        <p:nvSpPr>
          <p:cNvPr id="261132" name="Rectangle 12">
            <a:extLst>
              <a:ext uri="{FF2B5EF4-FFF2-40B4-BE49-F238E27FC236}">
                <a16:creationId xmlns:a16="http://schemas.microsoft.com/office/drawing/2014/main" id="{767590A8-94C5-7845-5387-EAC5CA986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" y="4373880"/>
            <a:ext cx="9144000" cy="413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fr-FR" altLang="fr-FR" dirty="0"/>
              <a:t>Un employé travaille pour une entreprise (</a:t>
            </a:r>
            <a:r>
              <a:rPr lang="fr-FR" altLang="fr-FR" dirty="0" err="1"/>
              <a:t>unidir</a:t>
            </a:r>
            <a:r>
              <a:rPr lang="fr-FR" altLang="fr-FR" dirty="0"/>
              <a:t>.)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fr-FR" altLang="fr-FR" sz="2500" dirty="0"/>
              <a:t> </a:t>
            </a: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endParaRPr lang="fr-FR" altLang="fr-FR" sz="2500" dirty="0"/>
          </a:p>
          <a:p>
            <a:pPr>
              <a:lnSpc>
                <a:spcPct val="80000"/>
              </a:lnSpc>
            </a:pPr>
            <a:endParaRPr lang="fr-FR" altLang="fr-FR" sz="4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fr-FR" altLang="fr-FR" sz="400" dirty="0"/>
          </a:p>
          <a:p>
            <a:pPr>
              <a:lnSpc>
                <a:spcPct val="80000"/>
              </a:lnSpc>
            </a:pPr>
            <a:endParaRPr lang="fr-FR" altLang="fr-FR" sz="400" dirty="0"/>
          </a:p>
          <a:p>
            <a:pPr>
              <a:lnSpc>
                <a:spcPct val="80000"/>
              </a:lnSpc>
            </a:pPr>
            <a:endParaRPr lang="fr-FR" altLang="fr-FR" sz="14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fr-FR" altLang="fr-FR" sz="14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200" dirty="0"/>
              <a:t>	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200" dirty="0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000" dirty="0"/>
              <a:t>    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43072647-E508-4916-A051-D80062A0FD10}"/>
              </a:ext>
            </a:extLst>
          </p:cNvPr>
          <p:cNvGrpSpPr/>
          <p:nvPr/>
        </p:nvGrpSpPr>
        <p:grpSpPr>
          <a:xfrm>
            <a:off x="403224" y="2172653"/>
            <a:ext cx="7905751" cy="1304925"/>
            <a:chOff x="403225" y="1870074"/>
            <a:chExt cx="7905751" cy="1304925"/>
          </a:xfrm>
        </p:grpSpPr>
        <p:sp>
          <p:nvSpPr>
            <p:cNvPr id="261125" name="Rectangle 5">
              <a:extLst>
                <a:ext uri="{FF2B5EF4-FFF2-40B4-BE49-F238E27FC236}">
                  <a16:creationId xmlns:a16="http://schemas.microsoft.com/office/drawing/2014/main" id="{07090262-DC04-3A86-16ED-E7F210A7F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25" y="2022474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Employé</a:t>
              </a:r>
            </a:p>
          </p:txBody>
        </p:sp>
        <p:sp>
          <p:nvSpPr>
            <p:cNvPr id="261126" name="Rectangle 6">
              <a:extLst>
                <a:ext uri="{FF2B5EF4-FFF2-40B4-BE49-F238E27FC236}">
                  <a16:creationId xmlns:a16="http://schemas.microsoft.com/office/drawing/2014/main" id="{574DF864-BFEC-FE6A-5DB1-693C00049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1413" y="2008187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Société</a:t>
              </a:r>
            </a:p>
          </p:txBody>
        </p:sp>
        <p:sp>
          <p:nvSpPr>
            <p:cNvPr id="261129" name="Text Box 9">
              <a:extLst>
                <a:ext uri="{FF2B5EF4-FFF2-40B4-BE49-F238E27FC236}">
                  <a16:creationId xmlns:a16="http://schemas.microsoft.com/office/drawing/2014/main" id="{14CD2569-B0CC-8052-8F35-DA7DE8D01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1870074"/>
              <a:ext cx="24685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/>
                <a:t>travaille_pour</a:t>
              </a:r>
              <a:endParaRPr lang="fr-FR" altLang="fr-FR" i="1"/>
            </a:p>
          </p:txBody>
        </p:sp>
        <p:sp>
          <p:nvSpPr>
            <p:cNvPr id="261130" name="Text Box 10">
              <a:extLst>
                <a:ext uri="{FF2B5EF4-FFF2-40B4-BE49-F238E27FC236}">
                  <a16:creationId xmlns:a16="http://schemas.microsoft.com/office/drawing/2014/main" id="{92925781-7588-C5F4-5009-AB7766F88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1513" y="2139949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</a:t>
              </a:r>
            </a:p>
          </p:txBody>
        </p:sp>
        <p:sp>
          <p:nvSpPr>
            <p:cNvPr id="261131" name="Text Box 11">
              <a:extLst>
                <a:ext uri="{FF2B5EF4-FFF2-40B4-BE49-F238E27FC236}">
                  <a16:creationId xmlns:a16="http://schemas.microsoft.com/office/drawing/2014/main" id="{24623FDA-FB3E-4D76-7A98-564883C59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625" y="2097087"/>
              <a:ext cx="641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cxnSp>
          <p:nvCxnSpPr>
            <p:cNvPr id="4" name="Connecteur droit avec flèche 3">
              <a:extLst>
                <a:ext uri="{FF2B5EF4-FFF2-40B4-BE49-F238E27FC236}">
                  <a16:creationId xmlns:a16="http://schemas.microsoft.com/office/drawing/2014/main" id="{6E0E619E-F7CB-45CE-8AC0-D858B149D82F}"/>
                </a:ext>
              </a:extLst>
            </p:cNvPr>
            <p:cNvCxnSpPr>
              <a:stCxn id="261125" idx="3"/>
              <a:endCxn id="261126" idx="1"/>
            </p:cNvCxnSpPr>
            <p:nvPr/>
          </p:nvCxnSpPr>
          <p:spPr bwMode="auto">
            <a:xfrm flipV="1">
              <a:off x="2490788" y="2584450"/>
              <a:ext cx="3730625" cy="142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46519EE7-E4A0-8ADD-F10B-CCFE25B02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 </a:t>
            </a:r>
          </a:p>
        </p:txBody>
      </p:sp>
      <p:sp>
        <p:nvSpPr>
          <p:cNvPr id="261128" name="Text Box 8">
            <a:extLst>
              <a:ext uri="{FF2B5EF4-FFF2-40B4-BE49-F238E27FC236}">
                <a16:creationId xmlns:a16="http://schemas.microsoft.com/office/drawing/2014/main" id="{5D087D18-3115-1CF8-651E-94AB67C4B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429000"/>
            <a:ext cx="158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 altLang="fr-FR"/>
          </a:p>
        </p:txBody>
      </p:sp>
      <p:sp>
        <p:nvSpPr>
          <p:cNvPr id="261132" name="Rectangle 12">
            <a:extLst>
              <a:ext uri="{FF2B5EF4-FFF2-40B4-BE49-F238E27FC236}">
                <a16:creationId xmlns:a16="http://schemas.microsoft.com/office/drawing/2014/main" id="{767590A8-94C5-7845-5387-EAC5CA986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4792663"/>
            <a:ext cx="9144000" cy="413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fr-FR" altLang="fr-FR" dirty="0"/>
              <a:t>Une entreprise emploie plusieurs employés (</a:t>
            </a:r>
            <a:r>
              <a:rPr lang="fr-FR" altLang="fr-FR" dirty="0" err="1"/>
              <a:t>unidir</a:t>
            </a:r>
            <a:r>
              <a:rPr lang="fr-FR" altLang="fr-FR" dirty="0"/>
              <a:t>.)</a:t>
            </a:r>
          </a:p>
          <a:p>
            <a:pPr lvl="1">
              <a:lnSpc>
                <a:spcPct val="80000"/>
              </a:lnSpc>
            </a:pPr>
            <a:endParaRPr lang="fr-FR" altLang="fr-FR" sz="2500" dirty="0"/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endParaRPr lang="fr-FR" altLang="fr-FR" sz="2500" dirty="0"/>
          </a:p>
          <a:p>
            <a:pPr>
              <a:lnSpc>
                <a:spcPct val="80000"/>
              </a:lnSpc>
            </a:pPr>
            <a:endParaRPr lang="fr-FR" altLang="fr-FR" sz="4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fr-FR" altLang="fr-FR" sz="400" dirty="0"/>
          </a:p>
          <a:p>
            <a:pPr>
              <a:lnSpc>
                <a:spcPct val="80000"/>
              </a:lnSpc>
            </a:pPr>
            <a:endParaRPr lang="fr-FR" altLang="fr-FR" sz="400" dirty="0"/>
          </a:p>
          <a:p>
            <a:pPr>
              <a:lnSpc>
                <a:spcPct val="80000"/>
              </a:lnSpc>
            </a:pPr>
            <a:endParaRPr lang="fr-FR" altLang="fr-FR" sz="14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fr-FR" altLang="fr-FR" sz="14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200" dirty="0"/>
              <a:t>	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200" dirty="0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000" dirty="0"/>
              <a:t>    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A788155-A3FD-4C45-BA8A-01E88F7056E5}"/>
              </a:ext>
            </a:extLst>
          </p:cNvPr>
          <p:cNvGrpSpPr/>
          <p:nvPr/>
        </p:nvGrpSpPr>
        <p:grpSpPr>
          <a:xfrm>
            <a:off x="403224" y="2124075"/>
            <a:ext cx="7905751" cy="1304925"/>
            <a:chOff x="493332" y="1662906"/>
            <a:chExt cx="7905751" cy="1304925"/>
          </a:xfrm>
        </p:grpSpPr>
        <p:sp>
          <p:nvSpPr>
            <p:cNvPr id="261125" name="Rectangle 5">
              <a:extLst>
                <a:ext uri="{FF2B5EF4-FFF2-40B4-BE49-F238E27FC236}">
                  <a16:creationId xmlns:a16="http://schemas.microsoft.com/office/drawing/2014/main" id="{07090262-DC04-3A86-16ED-E7F210A7F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32" y="1815306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Employé</a:t>
              </a:r>
            </a:p>
          </p:txBody>
        </p:sp>
        <p:sp>
          <p:nvSpPr>
            <p:cNvPr id="261126" name="Rectangle 6">
              <a:extLst>
                <a:ext uri="{FF2B5EF4-FFF2-40B4-BE49-F238E27FC236}">
                  <a16:creationId xmlns:a16="http://schemas.microsoft.com/office/drawing/2014/main" id="{574DF864-BFEC-FE6A-5DB1-693C00049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520" y="1801019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Société</a:t>
              </a:r>
            </a:p>
          </p:txBody>
        </p:sp>
        <p:sp>
          <p:nvSpPr>
            <p:cNvPr id="261129" name="Text Box 9">
              <a:extLst>
                <a:ext uri="{FF2B5EF4-FFF2-40B4-BE49-F238E27FC236}">
                  <a16:creationId xmlns:a16="http://schemas.microsoft.com/office/drawing/2014/main" id="{14CD2569-B0CC-8052-8F35-DA7DE8D01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8782" y="1662906"/>
              <a:ext cx="24685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/>
                <a:t>travaille_pour</a:t>
              </a:r>
              <a:endParaRPr lang="fr-FR" altLang="fr-FR" i="1"/>
            </a:p>
          </p:txBody>
        </p:sp>
        <p:sp>
          <p:nvSpPr>
            <p:cNvPr id="261130" name="Text Box 10">
              <a:extLst>
                <a:ext uri="{FF2B5EF4-FFF2-40B4-BE49-F238E27FC236}">
                  <a16:creationId xmlns:a16="http://schemas.microsoft.com/office/drawing/2014/main" id="{92925781-7588-C5F4-5009-AB7766F88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1620" y="1932781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</a:t>
              </a:r>
            </a:p>
          </p:txBody>
        </p:sp>
        <p:sp>
          <p:nvSpPr>
            <p:cNvPr id="261131" name="Text Box 11">
              <a:extLst>
                <a:ext uri="{FF2B5EF4-FFF2-40B4-BE49-F238E27FC236}">
                  <a16:creationId xmlns:a16="http://schemas.microsoft.com/office/drawing/2014/main" id="{24623FDA-FB3E-4D76-7A98-564883C59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732" y="1889919"/>
              <a:ext cx="641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C7AED6C3-FDB9-473D-B531-4416A0CD22F8}"/>
                </a:ext>
              </a:extLst>
            </p:cNvPr>
            <p:cNvCxnSpPr>
              <a:stCxn id="261126" idx="1"/>
            </p:cNvCxnSpPr>
            <p:nvPr/>
          </p:nvCxnSpPr>
          <p:spPr bwMode="auto">
            <a:xfrm flipH="1">
              <a:off x="2580895" y="2377282"/>
              <a:ext cx="3730625" cy="12699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8731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46519EE7-E4A0-8ADD-F10B-CCFE25B02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 dirty="0"/>
              <a:t>La conception des objets : traduction des associations </a:t>
            </a:r>
          </a:p>
        </p:txBody>
      </p:sp>
      <p:sp>
        <p:nvSpPr>
          <p:cNvPr id="261128" name="Text Box 8">
            <a:extLst>
              <a:ext uri="{FF2B5EF4-FFF2-40B4-BE49-F238E27FC236}">
                <a16:creationId xmlns:a16="http://schemas.microsoft.com/office/drawing/2014/main" id="{5D087D18-3115-1CF8-651E-94AB67C4B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429000"/>
            <a:ext cx="158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 alt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65EEA49-1834-448F-9618-47B163E12A4B}"/>
              </a:ext>
            </a:extLst>
          </p:cNvPr>
          <p:cNvGrpSpPr/>
          <p:nvPr/>
        </p:nvGrpSpPr>
        <p:grpSpPr>
          <a:xfrm>
            <a:off x="403224" y="2315369"/>
            <a:ext cx="7905751" cy="1304925"/>
            <a:chOff x="403225" y="1870074"/>
            <a:chExt cx="7905751" cy="1304925"/>
          </a:xfrm>
        </p:grpSpPr>
        <p:sp>
          <p:nvSpPr>
            <p:cNvPr id="261125" name="Rectangle 5">
              <a:extLst>
                <a:ext uri="{FF2B5EF4-FFF2-40B4-BE49-F238E27FC236}">
                  <a16:creationId xmlns:a16="http://schemas.microsoft.com/office/drawing/2014/main" id="{07090262-DC04-3A86-16ED-E7F210A7F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25" y="2022474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Employé</a:t>
              </a:r>
            </a:p>
          </p:txBody>
        </p:sp>
        <p:sp>
          <p:nvSpPr>
            <p:cNvPr id="261126" name="Rectangle 6">
              <a:extLst>
                <a:ext uri="{FF2B5EF4-FFF2-40B4-BE49-F238E27FC236}">
                  <a16:creationId xmlns:a16="http://schemas.microsoft.com/office/drawing/2014/main" id="{574DF864-BFEC-FE6A-5DB1-693C00049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1413" y="2008187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Société</a:t>
              </a:r>
            </a:p>
          </p:txBody>
        </p:sp>
        <p:sp>
          <p:nvSpPr>
            <p:cNvPr id="261127" name="Line 7">
              <a:extLst>
                <a:ext uri="{FF2B5EF4-FFF2-40B4-BE49-F238E27FC236}">
                  <a16:creationId xmlns:a16="http://schemas.microsoft.com/office/drawing/2014/main" id="{CB2DB712-3157-0AF0-BBEC-5E6B496BE6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6025" y="2640012"/>
              <a:ext cx="37211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261129" name="Text Box 9">
              <a:extLst>
                <a:ext uri="{FF2B5EF4-FFF2-40B4-BE49-F238E27FC236}">
                  <a16:creationId xmlns:a16="http://schemas.microsoft.com/office/drawing/2014/main" id="{14CD2569-B0CC-8052-8F35-DA7DE8D01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1870074"/>
              <a:ext cx="24685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/>
                <a:t>travaille_pour</a:t>
              </a:r>
              <a:endParaRPr lang="fr-FR" altLang="fr-FR" i="1"/>
            </a:p>
          </p:txBody>
        </p:sp>
        <p:sp>
          <p:nvSpPr>
            <p:cNvPr id="261130" name="Text Box 10">
              <a:extLst>
                <a:ext uri="{FF2B5EF4-FFF2-40B4-BE49-F238E27FC236}">
                  <a16:creationId xmlns:a16="http://schemas.microsoft.com/office/drawing/2014/main" id="{92925781-7588-C5F4-5009-AB7766F88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1513" y="2139949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</a:t>
              </a:r>
            </a:p>
          </p:txBody>
        </p:sp>
        <p:sp>
          <p:nvSpPr>
            <p:cNvPr id="261131" name="Text Box 11">
              <a:extLst>
                <a:ext uri="{FF2B5EF4-FFF2-40B4-BE49-F238E27FC236}">
                  <a16:creationId xmlns:a16="http://schemas.microsoft.com/office/drawing/2014/main" id="{24623FDA-FB3E-4D76-7A98-564883C59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625" y="2097087"/>
              <a:ext cx="641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</p:grpSp>
      <p:sp>
        <p:nvSpPr>
          <p:cNvPr id="261132" name="Rectangle 12">
            <a:extLst>
              <a:ext uri="{FF2B5EF4-FFF2-40B4-BE49-F238E27FC236}">
                <a16:creationId xmlns:a16="http://schemas.microsoft.com/office/drawing/2014/main" id="{767590A8-94C5-7845-5387-EAC5CA986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4792663"/>
            <a:ext cx="9144000" cy="413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fr-FR" altLang="fr-FR" dirty="0"/>
              <a:t>Un employé travaille pour une entreprise </a:t>
            </a:r>
            <a:r>
              <a:rPr lang="fr-FR" altLang="fr-FR" i="1" u="sng" dirty="0"/>
              <a:t>et</a:t>
            </a:r>
            <a:r>
              <a:rPr lang="fr-FR" altLang="fr-FR" dirty="0"/>
              <a:t> une entreprise emploie plusieurs employés (bi-</a:t>
            </a:r>
            <a:r>
              <a:rPr lang="fr-FR" altLang="fr-FR" dirty="0" err="1"/>
              <a:t>dir</a:t>
            </a:r>
            <a:r>
              <a:rPr lang="fr-FR" altLang="fr-FR" dirty="0"/>
              <a:t>.)</a:t>
            </a:r>
          </a:p>
          <a:p>
            <a:pPr>
              <a:lnSpc>
                <a:spcPct val="80000"/>
              </a:lnSpc>
            </a:pPr>
            <a:endParaRPr lang="fr-FR" altLang="fr-FR" dirty="0"/>
          </a:p>
          <a:p>
            <a:pPr marL="457200" lvl="1" indent="0">
              <a:lnSpc>
                <a:spcPct val="80000"/>
              </a:lnSpc>
              <a:buNone/>
            </a:pPr>
            <a:endParaRPr lang="fr-FR" altLang="fr-FR" sz="2500" dirty="0"/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endParaRPr lang="fr-FR" altLang="fr-FR" sz="2500" dirty="0"/>
          </a:p>
          <a:p>
            <a:pPr>
              <a:lnSpc>
                <a:spcPct val="80000"/>
              </a:lnSpc>
            </a:pPr>
            <a:endParaRPr lang="fr-FR" altLang="fr-FR" sz="4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fr-FR" altLang="fr-FR" sz="400" dirty="0"/>
          </a:p>
          <a:p>
            <a:pPr>
              <a:lnSpc>
                <a:spcPct val="80000"/>
              </a:lnSpc>
            </a:pPr>
            <a:endParaRPr lang="fr-FR" altLang="fr-FR" sz="400" dirty="0"/>
          </a:p>
          <a:p>
            <a:pPr>
              <a:lnSpc>
                <a:spcPct val="80000"/>
              </a:lnSpc>
            </a:pPr>
            <a:endParaRPr lang="fr-FR" altLang="fr-FR" sz="14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fr-FR" altLang="fr-FR" sz="14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200" dirty="0"/>
              <a:t>	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200" dirty="0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1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88536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303935A4-0B5C-CC83-D331-B74A56015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95ECC354-1043-550D-16F3-084550B57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35113"/>
            <a:ext cx="9144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3400" dirty="0"/>
              <a:t>Traduction des associations </a:t>
            </a:r>
            <a:r>
              <a:rPr lang="fr-FR" altLang="fr-FR" sz="3400" dirty="0" err="1"/>
              <a:t>uni-directionnelles</a:t>
            </a:r>
            <a:r>
              <a:rPr lang="fr-FR" altLang="fr-FR" sz="3400" dirty="0"/>
              <a:t> non porteuse:</a:t>
            </a:r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 lvl="1">
              <a:lnSpc>
                <a:spcPct val="90000"/>
              </a:lnSpc>
            </a:pPr>
            <a:r>
              <a:rPr lang="fr-FR" altLang="fr-FR" sz="3200" dirty="0"/>
              <a:t> on déclare une variable d’instance qui peut être un objet (multiplicité de un), ou un ensemble d’objets (multiplicité de plusieurs)</a:t>
            </a:r>
          </a:p>
          <a:p>
            <a:pPr>
              <a:lnSpc>
                <a:spcPct val="90000"/>
              </a:lnSpc>
            </a:pPr>
            <a:r>
              <a:rPr lang="fr-FR" altLang="fr-FR" sz="3400" dirty="0"/>
              <a:t> </a:t>
            </a:r>
            <a:endParaRPr lang="fr-FR" altLang="fr-FR" sz="33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sz="2400" dirty="0"/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26" name="Rectangle 14">
            <a:extLst>
              <a:ext uri="{FF2B5EF4-FFF2-40B4-BE49-F238E27FC236}">
                <a16:creationId xmlns:a16="http://schemas.microsoft.com/office/drawing/2014/main" id="{DD49DE44-09A2-EC08-475E-25061083A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4725988"/>
            <a:ext cx="3278187" cy="5349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Employé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FF4723FE-2A8B-39D2-4A3B-9834CA621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35113"/>
            <a:ext cx="9144000" cy="27924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3400" dirty="0"/>
              <a:t>Exemple :</a:t>
            </a:r>
            <a:endParaRPr lang="fr-FR" altLang="fr-FR" sz="33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1000" dirty="0"/>
          </a:p>
          <a:p>
            <a:pPr>
              <a:lnSpc>
                <a:spcPct val="90000"/>
              </a:lnSpc>
            </a:pPr>
            <a:r>
              <a:rPr lang="fr-FR" altLang="fr-FR" sz="3400" dirty="0"/>
              <a:t> devient :</a:t>
            </a:r>
            <a:endParaRPr lang="fr-FR" altLang="fr-FR" sz="33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33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sz="2400" dirty="0"/>
              <a:t>    </a:t>
            </a:r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DD506065-FC5F-BF2B-E2D8-96A6FCFEC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</a:t>
            </a:r>
          </a:p>
        </p:txBody>
      </p:sp>
      <p:sp>
        <p:nvSpPr>
          <p:cNvPr id="320524" name="Rectangle 12">
            <a:extLst>
              <a:ext uri="{FF2B5EF4-FFF2-40B4-BE49-F238E27FC236}">
                <a16:creationId xmlns:a16="http://schemas.microsoft.com/office/drawing/2014/main" id="{F5305822-A7F0-0D98-0C16-026F266F0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260975"/>
            <a:ext cx="3278187" cy="13573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dirty="0"/>
              <a:t>+ employeur : Société</a:t>
            </a:r>
          </a:p>
        </p:txBody>
      </p:sp>
      <p:sp>
        <p:nvSpPr>
          <p:cNvPr id="320530" name="Rectangle 18">
            <a:extLst>
              <a:ext uri="{FF2B5EF4-FFF2-40B4-BE49-F238E27FC236}">
                <a16:creationId xmlns:a16="http://schemas.microsoft.com/office/drawing/2014/main" id="{113F0969-B127-895D-6566-0264FA764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863" y="4730750"/>
            <a:ext cx="3278187" cy="5349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Société</a:t>
            </a:r>
          </a:p>
        </p:txBody>
      </p:sp>
      <p:sp>
        <p:nvSpPr>
          <p:cNvPr id="320531" name="Rectangle 19">
            <a:extLst>
              <a:ext uri="{FF2B5EF4-FFF2-40B4-BE49-F238E27FC236}">
                <a16:creationId xmlns:a16="http://schemas.microsoft.com/office/drawing/2014/main" id="{B33B80BE-9131-49FA-C1EA-2FC145804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863" y="5265738"/>
            <a:ext cx="3278187" cy="13573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fr-FR" altLang="fr-FR" dirty="0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7C5C6E7-108B-4D37-B22C-AF527FD9BE51}"/>
              </a:ext>
            </a:extLst>
          </p:cNvPr>
          <p:cNvGrpSpPr/>
          <p:nvPr/>
        </p:nvGrpSpPr>
        <p:grpSpPr>
          <a:xfrm>
            <a:off x="403224" y="2172653"/>
            <a:ext cx="7905751" cy="1304925"/>
            <a:chOff x="403225" y="1870074"/>
            <a:chExt cx="7905751" cy="1304925"/>
          </a:xfrm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84B45A3C-0049-4F5C-90DE-A8C380D77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25" y="2022474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Employé</a:t>
              </a:r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1B37149D-C556-4E08-B8E2-982F3AB39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1413" y="2008187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Société</a:t>
              </a: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1D8A47BE-27BB-4419-8630-AE71A4381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1870074"/>
              <a:ext cx="24685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/>
                <a:t>travaille_pour</a:t>
              </a:r>
              <a:endParaRPr lang="fr-FR" altLang="fr-FR" i="1"/>
            </a:p>
          </p:txBody>
        </p:sp>
        <p:sp>
          <p:nvSpPr>
            <p:cNvPr id="27" name="Text Box 10">
              <a:extLst>
                <a:ext uri="{FF2B5EF4-FFF2-40B4-BE49-F238E27FC236}">
                  <a16:creationId xmlns:a16="http://schemas.microsoft.com/office/drawing/2014/main" id="{5086DECD-3FFB-42B4-A4DB-9DCEBAE1F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1513" y="2139949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</a:t>
              </a:r>
            </a:p>
          </p:txBody>
        </p:sp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33DC7BA9-BA61-41F7-89D6-D625B857F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625" y="2097087"/>
              <a:ext cx="641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16D41940-263E-4586-A3AB-758AA4C66AA3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 bwMode="auto">
            <a:xfrm flipV="1">
              <a:off x="2490788" y="2584450"/>
              <a:ext cx="3730625" cy="142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26" name="Rectangle 14">
            <a:extLst>
              <a:ext uri="{FF2B5EF4-FFF2-40B4-BE49-F238E27FC236}">
                <a16:creationId xmlns:a16="http://schemas.microsoft.com/office/drawing/2014/main" id="{DD49DE44-09A2-EC08-475E-25061083A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4725988"/>
            <a:ext cx="3278187" cy="5349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Employé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FF4723FE-2A8B-39D2-4A3B-9834CA621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994" y="1603376"/>
            <a:ext cx="9144000" cy="27924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3400" dirty="0"/>
              <a:t>Exemple :</a:t>
            </a:r>
            <a:endParaRPr lang="fr-FR" altLang="fr-FR" sz="33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1000" dirty="0"/>
          </a:p>
          <a:p>
            <a:pPr>
              <a:lnSpc>
                <a:spcPct val="90000"/>
              </a:lnSpc>
            </a:pPr>
            <a:r>
              <a:rPr lang="fr-FR" altLang="fr-FR" sz="3400" dirty="0"/>
              <a:t> devient :</a:t>
            </a:r>
            <a:endParaRPr lang="fr-FR" altLang="fr-FR" sz="33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33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sz="2400" dirty="0"/>
              <a:t>    </a:t>
            </a:r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DD506065-FC5F-BF2B-E2D8-96A6FCFEC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</a:t>
            </a:r>
          </a:p>
        </p:txBody>
      </p:sp>
      <p:sp>
        <p:nvSpPr>
          <p:cNvPr id="320524" name="Rectangle 12">
            <a:extLst>
              <a:ext uri="{FF2B5EF4-FFF2-40B4-BE49-F238E27FC236}">
                <a16:creationId xmlns:a16="http://schemas.microsoft.com/office/drawing/2014/main" id="{F5305822-A7F0-0D98-0C16-026F266F0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260975"/>
            <a:ext cx="3278187" cy="13573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 dirty="0"/>
          </a:p>
        </p:txBody>
      </p:sp>
      <p:sp>
        <p:nvSpPr>
          <p:cNvPr id="320530" name="Rectangle 18">
            <a:extLst>
              <a:ext uri="{FF2B5EF4-FFF2-40B4-BE49-F238E27FC236}">
                <a16:creationId xmlns:a16="http://schemas.microsoft.com/office/drawing/2014/main" id="{113F0969-B127-895D-6566-0264FA764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730750"/>
            <a:ext cx="4389119" cy="5349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Société</a:t>
            </a:r>
          </a:p>
        </p:txBody>
      </p:sp>
      <p:sp>
        <p:nvSpPr>
          <p:cNvPr id="320531" name="Rectangle 19">
            <a:extLst>
              <a:ext uri="{FF2B5EF4-FFF2-40B4-BE49-F238E27FC236}">
                <a16:creationId xmlns:a16="http://schemas.microsoft.com/office/drawing/2014/main" id="{B33B80BE-9131-49FA-C1EA-2FC145804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5265738"/>
            <a:ext cx="4389118" cy="13573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dirty="0"/>
              <a:t>+ employés : Collection&lt;Employé&gt;</a:t>
            </a:r>
          </a:p>
          <a:p>
            <a:pPr algn="ctr"/>
            <a:endParaRPr lang="fr-FR" altLang="fr-FR" dirty="0"/>
          </a:p>
          <a:p>
            <a:pPr algn="ctr"/>
            <a:endParaRPr lang="fr-FR" alt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D855467-02BA-40E9-A15D-E7E3A54D7AC0}"/>
              </a:ext>
            </a:extLst>
          </p:cNvPr>
          <p:cNvGrpSpPr/>
          <p:nvPr/>
        </p:nvGrpSpPr>
        <p:grpSpPr>
          <a:xfrm>
            <a:off x="449263" y="2501107"/>
            <a:ext cx="7905751" cy="1304925"/>
            <a:chOff x="493332" y="1662906"/>
            <a:chExt cx="7905751" cy="1304925"/>
          </a:xfrm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91C33271-81EB-4E7D-A6D5-AE978D1B3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32" y="1815306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Employé</a:t>
              </a:r>
            </a:p>
          </p:txBody>
        </p:sp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5E97DB1F-26E3-4212-9FB7-057C51026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520" y="1801019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Société</a:t>
              </a:r>
            </a:p>
          </p:txBody>
        </p: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E77CDAAC-D0A7-4B10-B822-C12002516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8782" y="1662906"/>
              <a:ext cx="24685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/>
                <a:t>travaille_pour</a:t>
              </a:r>
              <a:endParaRPr lang="fr-FR" altLang="fr-FR" i="1"/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F69F84A2-02B1-4ED9-910C-2FE23873F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1620" y="1932781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</a:t>
              </a: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271AF6B7-E709-45DE-8689-79E1491D5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732" y="1889919"/>
              <a:ext cx="641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2230F950-08E4-45CA-8042-2BE9FBA73ADB}"/>
                </a:ext>
              </a:extLst>
            </p:cNvPr>
            <p:cNvCxnSpPr>
              <a:stCxn id="18" idx="1"/>
            </p:cNvCxnSpPr>
            <p:nvPr/>
          </p:nvCxnSpPr>
          <p:spPr bwMode="auto">
            <a:xfrm flipH="1">
              <a:off x="2580895" y="2377282"/>
              <a:ext cx="3730625" cy="12699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094658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>
            <a:extLst>
              <a:ext uri="{FF2B5EF4-FFF2-40B4-BE49-F238E27FC236}">
                <a16:creationId xmlns:a16="http://schemas.microsoft.com/office/drawing/2014/main" id="{3A6C9B82-157D-4EE3-87B9-1335CEAEF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</a:t>
            </a:r>
          </a:p>
        </p:txBody>
      </p:sp>
      <p:sp>
        <p:nvSpPr>
          <p:cNvPr id="328715" name="Rectangle 11">
            <a:extLst>
              <a:ext uri="{FF2B5EF4-FFF2-40B4-BE49-F238E27FC236}">
                <a16:creationId xmlns:a16="http://schemas.microsoft.com/office/drawing/2014/main" id="{B1CC27A8-461A-5629-C53D-EE9269E85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90950"/>
            <a:ext cx="9144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fr-FR" altLang="fr-FR" sz="1000" dirty="0"/>
          </a:p>
          <a:p>
            <a:pPr lvl="1">
              <a:lnSpc>
                <a:spcPct val="90000"/>
              </a:lnSpc>
            </a:pPr>
            <a:r>
              <a:rPr lang="fr-FR" altLang="fr-FR" sz="3200" dirty="0"/>
              <a:t> devient :   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sz="3400" dirty="0"/>
              <a:t> </a:t>
            </a:r>
            <a:endParaRPr lang="fr-FR" altLang="fr-FR" sz="33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>
              <a:lnSpc>
                <a:spcPct val="90000"/>
              </a:lnSpc>
            </a:pPr>
            <a:endParaRPr lang="fr-FR" altLang="fr-FR" sz="3400" i="1" dirty="0"/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33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sz="2400" dirty="0"/>
              <a:t>    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FAA48BF3-6FBB-4E32-9F0E-B4CDAB399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730750"/>
            <a:ext cx="4389119" cy="5349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Société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5C5FFF4D-C394-4CFB-91D1-487FE5A45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5265738"/>
            <a:ext cx="4389118" cy="13573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dirty="0"/>
              <a:t>+ employés : Collection&lt;Employé&gt;</a:t>
            </a:r>
          </a:p>
          <a:p>
            <a:pPr algn="ctr"/>
            <a:endParaRPr lang="fr-FR" altLang="fr-FR" dirty="0"/>
          </a:p>
          <a:p>
            <a:pPr algn="ctr"/>
            <a:endParaRPr lang="fr-FR" altLang="fr-FR" dirty="0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DE8D37C6-1077-47A1-A066-163DDC15B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4725988"/>
            <a:ext cx="3278187" cy="5349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Employé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0DA17AD2-D6F4-4768-83CC-AD4C4AC5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260975"/>
            <a:ext cx="3278187" cy="13573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dirty="0"/>
              <a:t>+ employeur : Société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1728EBFC-D9E4-4F62-A21B-E08F133F79A5}"/>
              </a:ext>
            </a:extLst>
          </p:cNvPr>
          <p:cNvGrpSpPr/>
          <p:nvPr/>
        </p:nvGrpSpPr>
        <p:grpSpPr>
          <a:xfrm>
            <a:off x="619124" y="2120013"/>
            <a:ext cx="7905751" cy="1304925"/>
            <a:chOff x="403225" y="1870074"/>
            <a:chExt cx="7905751" cy="1304925"/>
          </a:xfrm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8482F705-BD8B-4F77-9AF8-95BEA6055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25" y="2022474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Employé</a:t>
              </a:r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6ADEC9D1-F678-4C05-9092-F28F5804C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1413" y="2008187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Société</a:t>
              </a:r>
            </a:p>
          </p:txBody>
        </p:sp>
        <p:sp>
          <p:nvSpPr>
            <p:cNvPr id="25" name="Line 7">
              <a:extLst>
                <a:ext uri="{FF2B5EF4-FFF2-40B4-BE49-F238E27FC236}">
                  <a16:creationId xmlns:a16="http://schemas.microsoft.com/office/drawing/2014/main" id="{BFB4DB85-CFBA-465F-91C6-D13EFEB4AA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6025" y="2640012"/>
              <a:ext cx="37211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26211D1E-EE36-41D0-AE1C-FCF36F0FA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1870074"/>
              <a:ext cx="24685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/>
                <a:t>travaille_pour</a:t>
              </a:r>
              <a:endParaRPr lang="fr-FR" altLang="fr-FR" i="1"/>
            </a:p>
          </p:txBody>
        </p:sp>
        <p:sp>
          <p:nvSpPr>
            <p:cNvPr id="27" name="Text Box 10">
              <a:extLst>
                <a:ext uri="{FF2B5EF4-FFF2-40B4-BE49-F238E27FC236}">
                  <a16:creationId xmlns:a16="http://schemas.microsoft.com/office/drawing/2014/main" id="{D3F606D5-EE33-4A95-9994-646E0363B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1513" y="2139949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</a:t>
              </a:r>
            </a:p>
          </p:txBody>
        </p:sp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CC47B01A-A5E9-45C9-B47C-1203C34607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625" y="2097087"/>
              <a:ext cx="641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>
            <a:extLst>
              <a:ext uri="{FF2B5EF4-FFF2-40B4-BE49-F238E27FC236}">
                <a16:creationId xmlns:a16="http://schemas.microsoft.com/office/drawing/2014/main" id="{26DD7E5C-9166-96BA-291F-C28C4D89B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 dirty="0"/>
              <a:t>La conception des objets : traduction des associations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BC8A848F-35FE-CDEE-4B49-DEC4DC857B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78086"/>
            <a:ext cx="9144000" cy="5740202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fr-FR" altLang="fr-FR" sz="1000" dirty="0"/>
          </a:p>
          <a:p>
            <a:pPr lvl="1">
              <a:lnSpc>
                <a:spcPct val="90000"/>
              </a:lnSpc>
            </a:pPr>
            <a:r>
              <a:rPr lang="fr-FR" altLang="fr-FR" sz="3200" dirty="0"/>
              <a:t> Attention : les données doivent respecter les cardinalités. </a:t>
            </a:r>
          </a:p>
          <a:p>
            <a:pPr lvl="2">
              <a:lnSpc>
                <a:spcPct val="90000"/>
              </a:lnSpc>
            </a:pPr>
            <a:r>
              <a:rPr lang="fr-FR" altLang="fr-FR" sz="3000" dirty="0"/>
              <a:t>En particulier, la cardinalité minimale de 1 doit être respectée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sz="3400" dirty="0"/>
              <a:t> </a:t>
            </a:r>
            <a:endParaRPr lang="fr-FR" altLang="fr-FR" sz="33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 marL="0" indent="0">
              <a:lnSpc>
                <a:spcPct val="90000"/>
              </a:lnSpc>
              <a:buNone/>
            </a:pPr>
            <a:r>
              <a:rPr lang="fr-FR" altLang="fr-FR" sz="3400" dirty="0"/>
              <a:t>                                 Une instance d’employé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altLang="fr-FR" sz="3400" dirty="0"/>
              <a:t>                                 doit toujours avoir une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altLang="fr-FR" sz="3400" dirty="0"/>
              <a:t>                                 Société !!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altLang="fr-FR" sz="3400" i="1" dirty="0"/>
              <a:t>                                 </a:t>
            </a:r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33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sz="2400" dirty="0"/>
              <a:t>    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F2CF8DF-A835-42A2-988C-A46561FED857}"/>
              </a:ext>
            </a:extLst>
          </p:cNvPr>
          <p:cNvGrpSpPr/>
          <p:nvPr/>
        </p:nvGrpSpPr>
        <p:grpSpPr>
          <a:xfrm>
            <a:off x="427608" y="3164711"/>
            <a:ext cx="7972679" cy="1143000"/>
            <a:chOff x="403225" y="1870074"/>
            <a:chExt cx="7905751" cy="1304925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C866EB8-7D64-4A9F-82D4-FF0B3651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25" y="2022474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Employé</a:t>
              </a: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8E5CCD9-C105-4D66-B888-C2FDDB30B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1413" y="2008187"/>
              <a:ext cx="2087563" cy="11525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Société</a:t>
              </a:r>
            </a:p>
          </p:txBody>
        </p:sp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F6726711-F332-4F44-A1A9-C1FED2B1B2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1870074"/>
              <a:ext cx="24685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/>
                <a:t>travaille_pour</a:t>
              </a:r>
              <a:endParaRPr lang="fr-FR" altLang="fr-FR" i="1"/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BC8320A0-758E-4E2E-B089-A8A365D00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1513" y="2139949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AE8147BC-35CC-48CC-BF4D-ECE72C4B0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625" y="2097087"/>
              <a:ext cx="641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4A987D48-9411-4C64-BAFC-A243CD79A68B}"/>
                </a:ext>
              </a:extLst>
            </p:cNvPr>
            <p:cNvCxnSpPr>
              <a:stCxn id="5" idx="3"/>
              <a:endCxn id="6" idx="1"/>
            </p:cNvCxnSpPr>
            <p:nvPr/>
          </p:nvCxnSpPr>
          <p:spPr bwMode="auto">
            <a:xfrm flipV="1">
              <a:off x="2490788" y="2584450"/>
              <a:ext cx="3730625" cy="142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" name="Rectangle 14">
            <a:extLst>
              <a:ext uri="{FF2B5EF4-FFF2-40B4-BE49-F238E27FC236}">
                <a16:creationId xmlns:a16="http://schemas.microsoft.com/office/drawing/2014/main" id="{CBD41BF9-DBE1-40C9-88E5-CABD4C130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4725988"/>
            <a:ext cx="3278187" cy="5349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Employé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00B5C55F-6A08-492F-8DA1-7FDB3EC44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260975"/>
            <a:ext cx="3278187" cy="13573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dirty="0"/>
              <a:t>+ employeur : Société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>
            <a:extLst>
              <a:ext uri="{FF2B5EF4-FFF2-40B4-BE49-F238E27FC236}">
                <a16:creationId xmlns:a16="http://schemas.microsoft.com/office/drawing/2014/main" id="{EE954AA8-2C64-6587-95D3-CF0606DCF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268413"/>
            <a:ext cx="8453438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fr-FR" altLang="fr-FR" sz="300"/>
          </a:p>
          <a:p>
            <a:pPr>
              <a:lnSpc>
                <a:spcPct val="80000"/>
              </a:lnSpc>
            </a:pPr>
            <a:r>
              <a:rPr lang="fr-FR" altLang="fr-FR" sz="3600"/>
              <a:t>Exemple :</a:t>
            </a:r>
            <a:endParaRPr lang="fr-FR" altLang="fr-FR" sz="3700"/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endParaRPr lang="fr-FR" altLang="fr-FR" sz="3600"/>
          </a:p>
          <a:p>
            <a:pPr lvl="1"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endParaRPr lang="fr-FR" altLang="fr-FR" sz="2400"/>
          </a:p>
          <a:p>
            <a:pPr>
              <a:lnSpc>
                <a:spcPct val="80000"/>
              </a:lnSpc>
            </a:pPr>
            <a:endParaRPr lang="fr-FR" altLang="fr-FR" sz="90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800"/>
              <a:t>	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800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700"/>
              <a:t>    </a:t>
            </a:r>
          </a:p>
        </p:txBody>
      </p:sp>
      <p:grpSp>
        <p:nvGrpSpPr>
          <p:cNvPr id="349187" name="Group 3">
            <a:extLst>
              <a:ext uri="{FF2B5EF4-FFF2-40B4-BE49-F238E27FC236}">
                <a16:creationId xmlns:a16="http://schemas.microsoft.com/office/drawing/2014/main" id="{9E6990B3-BBFE-2E06-3746-75F6567F2330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931988"/>
            <a:ext cx="7920037" cy="2068512"/>
            <a:chOff x="385" y="1492"/>
            <a:chExt cx="4989" cy="1303"/>
          </a:xfrm>
        </p:grpSpPr>
        <p:sp>
          <p:nvSpPr>
            <p:cNvPr id="349188" name="Rectangle 4">
              <a:extLst>
                <a:ext uri="{FF2B5EF4-FFF2-40B4-BE49-F238E27FC236}">
                  <a16:creationId xmlns:a16="http://schemas.microsoft.com/office/drawing/2014/main" id="{8261CA4F-F191-F455-E458-9881766D5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570"/>
              <a:ext cx="1315" cy="7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Fichier</a:t>
              </a:r>
            </a:p>
          </p:txBody>
        </p:sp>
        <p:sp>
          <p:nvSpPr>
            <p:cNvPr id="349189" name="Rectangle 5">
              <a:extLst>
                <a:ext uri="{FF2B5EF4-FFF2-40B4-BE49-F238E27FC236}">
                  <a16:creationId xmlns:a16="http://schemas.microsoft.com/office/drawing/2014/main" id="{C97BBB8D-BA1C-FBC9-AA00-B873C1C2D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1570"/>
              <a:ext cx="1315" cy="7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Utilisateur</a:t>
              </a:r>
            </a:p>
          </p:txBody>
        </p:sp>
        <p:sp>
          <p:nvSpPr>
            <p:cNvPr id="349190" name="Line 6">
              <a:extLst>
                <a:ext uri="{FF2B5EF4-FFF2-40B4-BE49-F238E27FC236}">
                  <a16:creationId xmlns:a16="http://schemas.microsoft.com/office/drawing/2014/main" id="{2FDEA51A-9C4D-E8B0-2B9E-166B60951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933"/>
              <a:ext cx="23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49191" name="Text Box 7">
              <a:extLst>
                <a:ext uri="{FF2B5EF4-FFF2-40B4-BE49-F238E27FC236}">
                  <a16:creationId xmlns:a16="http://schemas.microsoft.com/office/drawing/2014/main" id="{75E22BFF-0BFF-AA4F-8C59-987FC7CE3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1492"/>
              <a:ext cx="12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accessible_par</a:t>
              </a:r>
              <a:endParaRPr lang="fr-FR" altLang="fr-FR" i="1"/>
            </a:p>
          </p:txBody>
        </p:sp>
        <p:sp>
          <p:nvSpPr>
            <p:cNvPr id="349192" name="Rectangle 8">
              <a:extLst>
                <a:ext uri="{FF2B5EF4-FFF2-40B4-BE49-F238E27FC236}">
                  <a16:creationId xmlns:a16="http://schemas.microsoft.com/office/drawing/2014/main" id="{FF819BC4-02F6-96E3-64D7-575F1691F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2432"/>
              <a:ext cx="1179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/>
                <a:t>droits d’accès</a:t>
              </a:r>
            </a:p>
          </p:txBody>
        </p:sp>
        <p:sp>
          <p:nvSpPr>
            <p:cNvPr id="349193" name="Text Box 9">
              <a:extLst>
                <a:ext uri="{FF2B5EF4-FFF2-40B4-BE49-F238E27FC236}">
                  <a16:creationId xmlns:a16="http://schemas.microsoft.com/office/drawing/2014/main" id="{0C74DC18-C942-F69D-27DD-FDD8EA00B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2" y="1578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sp>
          <p:nvSpPr>
            <p:cNvPr id="349194" name="Text Box 10">
              <a:extLst>
                <a:ext uri="{FF2B5EF4-FFF2-40B4-BE49-F238E27FC236}">
                  <a16:creationId xmlns:a16="http://schemas.microsoft.com/office/drawing/2014/main" id="{95F2E1D6-FCF2-C294-C04A-7ECFDF549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" y="1586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sp>
          <p:nvSpPr>
            <p:cNvPr id="349195" name="Line 11">
              <a:extLst>
                <a:ext uri="{FF2B5EF4-FFF2-40B4-BE49-F238E27FC236}">
                  <a16:creationId xmlns:a16="http://schemas.microsoft.com/office/drawing/2014/main" id="{30D9FE61-689C-032D-7FC5-466978F33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2" y="1930"/>
              <a:ext cx="0" cy="5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CA"/>
            </a:p>
          </p:txBody>
        </p:sp>
      </p:grpSp>
      <p:sp>
        <p:nvSpPr>
          <p:cNvPr id="349196" name="Rectangle 12">
            <a:extLst>
              <a:ext uri="{FF2B5EF4-FFF2-40B4-BE49-F238E27FC236}">
                <a16:creationId xmlns:a16="http://schemas.microsoft.com/office/drawing/2014/main" id="{C3A722F1-9144-4249-EF32-8F250881C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</a:t>
            </a:r>
          </a:p>
        </p:txBody>
      </p:sp>
      <p:sp>
        <p:nvSpPr>
          <p:cNvPr id="349197" name="Rectangle 13">
            <a:extLst>
              <a:ext uri="{FF2B5EF4-FFF2-40B4-BE49-F238E27FC236}">
                <a16:creationId xmlns:a16="http://schemas.microsoft.com/office/drawing/2014/main" id="{11AE50B3-8C61-DDB4-0EE7-99BAF9875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4584700"/>
            <a:ext cx="5445125" cy="7318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Fichier</a:t>
            </a:r>
          </a:p>
        </p:txBody>
      </p:sp>
      <p:sp>
        <p:nvSpPr>
          <p:cNvPr id="349198" name="Rectangle 14">
            <a:extLst>
              <a:ext uri="{FF2B5EF4-FFF2-40B4-BE49-F238E27FC236}">
                <a16:creationId xmlns:a16="http://schemas.microsoft.com/office/drawing/2014/main" id="{3B906C84-3CC8-4B32-EDAC-16DE39D71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5316538"/>
            <a:ext cx="5445125" cy="13573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/>
              <a:t>+ </a:t>
            </a:r>
            <a:r>
              <a:rPr lang="fr-FR" altLang="fr-FR" u="sng"/>
              <a:t>Droits </a:t>
            </a:r>
          </a:p>
          <a:p>
            <a:pPr algn="ctr"/>
            <a:r>
              <a:rPr lang="fr-FR" altLang="fr-FR"/>
              <a:t>(ensemble de couples (utilisateur, droits))</a:t>
            </a:r>
          </a:p>
        </p:txBody>
      </p:sp>
      <p:sp>
        <p:nvSpPr>
          <p:cNvPr id="349199" name="Rectangle 15">
            <a:extLst>
              <a:ext uri="{FF2B5EF4-FFF2-40B4-BE49-F238E27FC236}">
                <a16:creationId xmlns:a16="http://schemas.microsoft.com/office/drawing/2014/main" id="{09B03AC4-636C-E181-514B-2A3740389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2438" y="3602038"/>
            <a:ext cx="8691562" cy="1125537"/>
          </a:xfrm>
          <a:noFill/>
          <a:ln/>
        </p:spPr>
        <p:txBody>
          <a:bodyPr/>
          <a:lstStyle/>
          <a:p>
            <a:endParaRPr lang="fr-FR" altLang="fr-FR"/>
          </a:p>
          <a:p>
            <a:pPr>
              <a:buFont typeface="Monotype Sorts" pitchFamily="2" charset="2"/>
              <a:buNone/>
            </a:pPr>
            <a:r>
              <a:rPr lang="fr-FR" altLang="fr-FR"/>
              <a:t>peut devenir :</a:t>
            </a:r>
          </a:p>
          <a:p>
            <a:pPr lvl="1"/>
            <a:endParaRPr lang="fr-FR" altLang="fr-FR"/>
          </a:p>
          <a:p>
            <a:pPr lvl="1"/>
            <a:endParaRPr lang="fr-FR" altLang="fr-FR"/>
          </a:p>
          <a:p>
            <a:endParaRPr lang="fr-FR" altLang="fr-FR"/>
          </a:p>
          <a:p>
            <a:endParaRPr lang="fr-FR" altLang="fr-FR"/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	</a:t>
            </a:r>
          </a:p>
          <a:p>
            <a:r>
              <a:rPr lang="fr-FR" altLang="fr-FR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/>
              <a:t>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9B780EF2-4560-30A7-0B0A-8EBA3303F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268413"/>
            <a:ext cx="8453438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fr-FR" altLang="fr-FR" sz="300"/>
          </a:p>
          <a:p>
            <a:pPr>
              <a:lnSpc>
                <a:spcPct val="80000"/>
              </a:lnSpc>
            </a:pPr>
            <a:r>
              <a:rPr lang="fr-FR" altLang="fr-FR" sz="3600"/>
              <a:t>Exemple :</a:t>
            </a:r>
            <a:endParaRPr lang="fr-FR" altLang="fr-FR" sz="3700"/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endParaRPr lang="fr-FR" altLang="fr-FR" sz="3600"/>
          </a:p>
          <a:p>
            <a:pPr lvl="1"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endParaRPr lang="fr-FR" altLang="fr-FR" sz="2400"/>
          </a:p>
          <a:p>
            <a:pPr>
              <a:lnSpc>
                <a:spcPct val="80000"/>
              </a:lnSpc>
            </a:pPr>
            <a:endParaRPr lang="fr-FR" altLang="fr-FR" sz="90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800"/>
              <a:t>	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800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700"/>
              <a:t>    </a:t>
            </a:r>
          </a:p>
        </p:txBody>
      </p:sp>
      <p:grpSp>
        <p:nvGrpSpPr>
          <p:cNvPr id="351235" name="Group 3">
            <a:extLst>
              <a:ext uri="{FF2B5EF4-FFF2-40B4-BE49-F238E27FC236}">
                <a16:creationId xmlns:a16="http://schemas.microsoft.com/office/drawing/2014/main" id="{76B3BCFC-7992-2EB2-AF0C-7E816D953A29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931988"/>
            <a:ext cx="7920037" cy="2068512"/>
            <a:chOff x="385" y="1492"/>
            <a:chExt cx="4989" cy="1303"/>
          </a:xfrm>
        </p:grpSpPr>
        <p:sp>
          <p:nvSpPr>
            <p:cNvPr id="351236" name="Rectangle 4">
              <a:extLst>
                <a:ext uri="{FF2B5EF4-FFF2-40B4-BE49-F238E27FC236}">
                  <a16:creationId xmlns:a16="http://schemas.microsoft.com/office/drawing/2014/main" id="{39392A3C-6121-7472-7ADF-1250A587F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570"/>
              <a:ext cx="1315" cy="7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Fichier</a:t>
              </a:r>
            </a:p>
          </p:txBody>
        </p:sp>
        <p:sp>
          <p:nvSpPr>
            <p:cNvPr id="351237" name="Rectangle 5">
              <a:extLst>
                <a:ext uri="{FF2B5EF4-FFF2-40B4-BE49-F238E27FC236}">
                  <a16:creationId xmlns:a16="http://schemas.microsoft.com/office/drawing/2014/main" id="{5D0CF555-BCA9-3562-EE06-0C49902BE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1570"/>
              <a:ext cx="1315" cy="7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Utilisateur</a:t>
              </a:r>
            </a:p>
          </p:txBody>
        </p:sp>
        <p:sp>
          <p:nvSpPr>
            <p:cNvPr id="351238" name="Line 6">
              <a:extLst>
                <a:ext uri="{FF2B5EF4-FFF2-40B4-BE49-F238E27FC236}">
                  <a16:creationId xmlns:a16="http://schemas.microsoft.com/office/drawing/2014/main" id="{CBDDCBD6-93CC-34FD-6AAB-9BD650ECC6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933"/>
              <a:ext cx="23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51239" name="Text Box 7">
              <a:extLst>
                <a:ext uri="{FF2B5EF4-FFF2-40B4-BE49-F238E27FC236}">
                  <a16:creationId xmlns:a16="http://schemas.microsoft.com/office/drawing/2014/main" id="{694D3AD7-6459-1F63-D1C2-D9FA3FFD1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1492"/>
              <a:ext cx="12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accessible_par</a:t>
              </a:r>
              <a:endParaRPr lang="fr-FR" altLang="fr-FR" i="1"/>
            </a:p>
          </p:txBody>
        </p:sp>
        <p:sp>
          <p:nvSpPr>
            <p:cNvPr id="351240" name="Rectangle 8">
              <a:extLst>
                <a:ext uri="{FF2B5EF4-FFF2-40B4-BE49-F238E27FC236}">
                  <a16:creationId xmlns:a16="http://schemas.microsoft.com/office/drawing/2014/main" id="{19B75A3A-54E1-B6B6-7510-A606CBA03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2432"/>
              <a:ext cx="1179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/>
                <a:t>droits d’accès</a:t>
              </a:r>
            </a:p>
          </p:txBody>
        </p:sp>
        <p:sp>
          <p:nvSpPr>
            <p:cNvPr id="351241" name="Text Box 9">
              <a:extLst>
                <a:ext uri="{FF2B5EF4-FFF2-40B4-BE49-F238E27FC236}">
                  <a16:creationId xmlns:a16="http://schemas.microsoft.com/office/drawing/2014/main" id="{EA7B1EA3-1596-47F4-B0D1-CD0CDAC2C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2" y="1578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sp>
          <p:nvSpPr>
            <p:cNvPr id="351242" name="Text Box 10">
              <a:extLst>
                <a:ext uri="{FF2B5EF4-FFF2-40B4-BE49-F238E27FC236}">
                  <a16:creationId xmlns:a16="http://schemas.microsoft.com/office/drawing/2014/main" id="{9C6BE28A-F091-222F-F13A-163160903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" y="1586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sp>
          <p:nvSpPr>
            <p:cNvPr id="351243" name="Line 11">
              <a:extLst>
                <a:ext uri="{FF2B5EF4-FFF2-40B4-BE49-F238E27FC236}">
                  <a16:creationId xmlns:a16="http://schemas.microsoft.com/office/drawing/2014/main" id="{F3C1328C-4DAB-014E-7A95-C477F9782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2" y="1930"/>
              <a:ext cx="0" cy="5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CA"/>
            </a:p>
          </p:txBody>
        </p:sp>
      </p:grpSp>
      <p:sp>
        <p:nvSpPr>
          <p:cNvPr id="351244" name="Rectangle 12">
            <a:extLst>
              <a:ext uri="{FF2B5EF4-FFF2-40B4-BE49-F238E27FC236}">
                <a16:creationId xmlns:a16="http://schemas.microsoft.com/office/drawing/2014/main" id="{504CDE8C-6F85-D20F-500D-0C9F72A9A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</a:t>
            </a:r>
          </a:p>
        </p:txBody>
      </p:sp>
      <p:sp>
        <p:nvSpPr>
          <p:cNvPr id="351245" name="Rectangle 13">
            <a:extLst>
              <a:ext uri="{FF2B5EF4-FFF2-40B4-BE49-F238E27FC236}">
                <a16:creationId xmlns:a16="http://schemas.microsoft.com/office/drawing/2014/main" id="{9A3687E1-C6A5-F919-8457-97524B22D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4584700"/>
            <a:ext cx="5445125" cy="7318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Utilisateur</a:t>
            </a:r>
          </a:p>
        </p:txBody>
      </p:sp>
      <p:sp>
        <p:nvSpPr>
          <p:cNvPr id="351246" name="Rectangle 14">
            <a:extLst>
              <a:ext uri="{FF2B5EF4-FFF2-40B4-BE49-F238E27FC236}">
                <a16:creationId xmlns:a16="http://schemas.microsoft.com/office/drawing/2014/main" id="{58B26099-3C35-118B-F7A2-1C33A9758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5316538"/>
            <a:ext cx="5445125" cy="13573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/>
              <a:t>+ </a:t>
            </a:r>
            <a:r>
              <a:rPr lang="fr-FR" altLang="fr-FR" u="sng"/>
              <a:t>Droits </a:t>
            </a:r>
          </a:p>
          <a:p>
            <a:pPr algn="ctr"/>
            <a:r>
              <a:rPr lang="fr-FR" altLang="fr-FR"/>
              <a:t>(ensemble de couples (fichier, droits))</a:t>
            </a:r>
          </a:p>
        </p:txBody>
      </p:sp>
      <p:sp>
        <p:nvSpPr>
          <p:cNvPr id="351247" name="Rectangle 15">
            <a:extLst>
              <a:ext uri="{FF2B5EF4-FFF2-40B4-BE49-F238E27FC236}">
                <a16:creationId xmlns:a16="http://schemas.microsoft.com/office/drawing/2014/main" id="{E9EB59C4-3D37-7F55-5BDB-31C60DCA8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2438" y="3602038"/>
            <a:ext cx="8691562" cy="1125537"/>
          </a:xfrm>
          <a:noFill/>
          <a:ln/>
        </p:spPr>
        <p:txBody>
          <a:bodyPr/>
          <a:lstStyle/>
          <a:p>
            <a:endParaRPr lang="fr-FR" altLang="fr-FR"/>
          </a:p>
          <a:p>
            <a:pPr>
              <a:buFont typeface="Monotype Sorts" pitchFamily="2" charset="2"/>
              <a:buNone/>
            </a:pPr>
            <a:r>
              <a:rPr lang="fr-FR" altLang="fr-FR"/>
              <a:t>peut devenir :</a:t>
            </a:r>
          </a:p>
          <a:p>
            <a:pPr lvl="1"/>
            <a:endParaRPr lang="fr-FR" altLang="fr-FR"/>
          </a:p>
          <a:p>
            <a:pPr lvl="1"/>
            <a:endParaRPr lang="fr-FR" altLang="fr-FR"/>
          </a:p>
          <a:p>
            <a:endParaRPr lang="fr-FR" altLang="fr-FR"/>
          </a:p>
          <a:p>
            <a:endParaRPr lang="fr-FR" altLang="fr-FR"/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	</a:t>
            </a:r>
          </a:p>
          <a:p>
            <a:r>
              <a:rPr lang="fr-FR" altLang="fr-FR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/>
              <a:t>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DAF71745-49B6-9E5A-B29E-B49B04B20E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</a:t>
            </a: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8406706C-36A7-E968-53B9-E398A1C78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7125"/>
            <a:ext cx="9144000" cy="29337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fr-FR" altLang="fr-FR" sz="1000" dirty="0"/>
          </a:p>
          <a:p>
            <a:pPr lvl="1">
              <a:lnSpc>
                <a:spcPct val="90000"/>
              </a:lnSpc>
            </a:pPr>
            <a:r>
              <a:rPr lang="fr-FR" altLang="fr-FR" sz="3200" dirty="0"/>
              <a:t> Une association (resp. porteuse) peut également être implémentée </a:t>
            </a:r>
            <a:r>
              <a:rPr lang="fr-FR" altLang="fr-FR" sz="3300" dirty="0"/>
              <a:t>comme un objet d’association distinct, indépendant des classes. Un objet d’association est un ensemble de paires d’objets associés (resp. de triplets).  </a:t>
            </a:r>
          </a:p>
          <a:p>
            <a:pPr lvl="1">
              <a:lnSpc>
                <a:spcPct val="90000"/>
              </a:lnSpc>
            </a:pPr>
            <a:endParaRPr lang="fr-FR" altLang="fr-FR" sz="3200" dirty="0"/>
          </a:p>
          <a:p>
            <a:pPr lvl="2">
              <a:lnSpc>
                <a:spcPct val="90000"/>
              </a:lnSpc>
            </a:pPr>
            <a:r>
              <a:rPr lang="fr-FR" altLang="fr-FR" sz="3000" dirty="0"/>
              <a:t>Attention : un tel objet est une variable de classe  (c’est proche d’une relation au sens des BDD)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sz="3400" dirty="0"/>
              <a:t> </a:t>
            </a:r>
            <a:endParaRPr lang="fr-FR" altLang="fr-FR" sz="33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>
              <a:lnSpc>
                <a:spcPct val="90000"/>
              </a:lnSpc>
            </a:pPr>
            <a:endParaRPr lang="fr-FR" altLang="fr-FR" sz="3400" dirty="0"/>
          </a:p>
          <a:p>
            <a:pPr>
              <a:lnSpc>
                <a:spcPct val="90000"/>
              </a:lnSpc>
            </a:pPr>
            <a:endParaRPr lang="fr-FR" altLang="fr-FR" sz="3400" i="1" dirty="0"/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1000" dirty="0"/>
          </a:p>
          <a:p>
            <a:pPr>
              <a:lnSpc>
                <a:spcPct val="90000"/>
              </a:lnSpc>
            </a:pPr>
            <a:endParaRPr lang="fr-FR" altLang="fr-FR" sz="33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fr-FR" altLang="fr-FR" sz="32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dirty="0"/>
              <a:t>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fr-FR" altLang="fr-FR" sz="2400" dirty="0"/>
              <a:t>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28" name="Rectangle 20">
            <a:extLst>
              <a:ext uri="{FF2B5EF4-FFF2-40B4-BE49-F238E27FC236}">
                <a16:creationId xmlns:a16="http://schemas.microsoft.com/office/drawing/2014/main" id="{13171897-EA1D-EB67-FFAC-6C8906107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268413"/>
            <a:ext cx="8453438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fr-FR" altLang="fr-FR" sz="300"/>
          </a:p>
          <a:p>
            <a:pPr>
              <a:lnSpc>
                <a:spcPct val="80000"/>
              </a:lnSpc>
            </a:pPr>
            <a:r>
              <a:rPr lang="fr-FR" altLang="fr-FR" sz="3600"/>
              <a:t>Exemple :</a:t>
            </a:r>
            <a:endParaRPr lang="fr-FR" altLang="fr-FR" sz="3700"/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endParaRPr lang="fr-FR" altLang="fr-FR" sz="3600"/>
          </a:p>
          <a:p>
            <a:pPr lvl="1"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endParaRPr lang="fr-FR" altLang="fr-FR" sz="2400"/>
          </a:p>
          <a:p>
            <a:pPr>
              <a:lnSpc>
                <a:spcPct val="80000"/>
              </a:lnSpc>
            </a:pPr>
            <a:endParaRPr lang="fr-FR" altLang="fr-FR" sz="90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800"/>
              <a:t>	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800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700"/>
              <a:t>    </a:t>
            </a:r>
          </a:p>
        </p:txBody>
      </p:sp>
      <p:grpSp>
        <p:nvGrpSpPr>
          <p:cNvPr id="324629" name="Group 21">
            <a:extLst>
              <a:ext uri="{FF2B5EF4-FFF2-40B4-BE49-F238E27FC236}">
                <a16:creationId xmlns:a16="http://schemas.microsoft.com/office/drawing/2014/main" id="{8E460D39-E84C-F7AC-1D03-9751EB6EB29B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931988"/>
            <a:ext cx="7920037" cy="2068512"/>
            <a:chOff x="385" y="1492"/>
            <a:chExt cx="4989" cy="1303"/>
          </a:xfrm>
        </p:grpSpPr>
        <p:sp>
          <p:nvSpPr>
            <p:cNvPr id="324630" name="Rectangle 22">
              <a:extLst>
                <a:ext uri="{FF2B5EF4-FFF2-40B4-BE49-F238E27FC236}">
                  <a16:creationId xmlns:a16="http://schemas.microsoft.com/office/drawing/2014/main" id="{2055D09C-3136-F265-E632-D6628D951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570"/>
              <a:ext cx="1315" cy="7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Fichier</a:t>
              </a:r>
            </a:p>
          </p:txBody>
        </p:sp>
        <p:sp>
          <p:nvSpPr>
            <p:cNvPr id="324631" name="Rectangle 23">
              <a:extLst>
                <a:ext uri="{FF2B5EF4-FFF2-40B4-BE49-F238E27FC236}">
                  <a16:creationId xmlns:a16="http://schemas.microsoft.com/office/drawing/2014/main" id="{66863B48-A8E8-1D6F-2041-6CF3C1811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1570"/>
              <a:ext cx="1315" cy="7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 b="1"/>
                <a:t>Utilisateur</a:t>
              </a:r>
            </a:p>
          </p:txBody>
        </p:sp>
        <p:sp>
          <p:nvSpPr>
            <p:cNvPr id="324632" name="Line 24">
              <a:extLst>
                <a:ext uri="{FF2B5EF4-FFF2-40B4-BE49-F238E27FC236}">
                  <a16:creationId xmlns:a16="http://schemas.microsoft.com/office/drawing/2014/main" id="{A0168490-8D23-177D-7E6C-FDA518848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933"/>
              <a:ext cx="23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24633" name="Text Box 25">
              <a:extLst>
                <a:ext uri="{FF2B5EF4-FFF2-40B4-BE49-F238E27FC236}">
                  <a16:creationId xmlns:a16="http://schemas.microsoft.com/office/drawing/2014/main" id="{831B32E0-FA88-3524-9AAB-A240CDC49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1492"/>
              <a:ext cx="12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accessible_par</a:t>
              </a:r>
              <a:endParaRPr lang="fr-FR" altLang="fr-FR" i="1"/>
            </a:p>
          </p:txBody>
        </p:sp>
        <p:sp>
          <p:nvSpPr>
            <p:cNvPr id="324634" name="Rectangle 26">
              <a:extLst>
                <a:ext uri="{FF2B5EF4-FFF2-40B4-BE49-F238E27FC236}">
                  <a16:creationId xmlns:a16="http://schemas.microsoft.com/office/drawing/2014/main" id="{CCFBDC8B-7908-D625-B8A1-643263FDA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2432"/>
              <a:ext cx="1179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fr-FR" altLang="fr-FR"/>
                <a:t>Droits</a:t>
              </a:r>
            </a:p>
          </p:txBody>
        </p:sp>
        <p:sp>
          <p:nvSpPr>
            <p:cNvPr id="324635" name="Text Box 27">
              <a:extLst>
                <a:ext uri="{FF2B5EF4-FFF2-40B4-BE49-F238E27FC236}">
                  <a16:creationId xmlns:a16="http://schemas.microsoft.com/office/drawing/2014/main" id="{3E08F895-25AF-6C5E-5762-88C48017F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2" y="1578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sp>
          <p:nvSpPr>
            <p:cNvPr id="324636" name="Text Box 28">
              <a:extLst>
                <a:ext uri="{FF2B5EF4-FFF2-40B4-BE49-F238E27FC236}">
                  <a16:creationId xmlns:a16="http://schemas.microsoft.com/office/drawing/2014/main" id="{06221212-2684-9FDD-D304-893DE0004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" y="1586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/>
                <a:t>1..*</a:t>
              </a:r>
            </a:p>
          </p:txBody>
        </p:sp>
        <p:sp>
          <p:nvSpPr>
            <p:cNvPr id="324637" name="Line 29">
              <a:extLst>
                <a:ext uri="{FF2B5EF4-FFF2-40B4-BE49-F238E27FC236}">
                  <a16:creationId xmlns:a16="http://schemas.microsoft.com/office/drawing/2014/main" id="{B225D615-33D3-62B1-33CE-5874F8780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2" y="1930"/>
              <a:ext cx="0" cy="5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CA"/>
            </a:p>
          </p:txBody>
        </p:sp>
      </p:grp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4646261D-DF80-28DE-05C4-01FCAC8DC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r>
              <a:rPr lang="fr-FR" altLang="fr-FR"/>
              <a:t>La conception des objets : traduction des associations</a:t>
            </a:r>
          </a:p>
        </p:txBody>
      </p:sp>
      <p:sp>
        <p:nvSpPr>
          <p:cNvPr id="324619" name="Rectangle 11">
            <a:extLst>
              <a:ext uri="{FF2B5EF4-FFF2-40B4-BE49-F238E27FC236}">
                <a16:creationId xmlns:a16="http://schemas.microsoft.com/office/drawing/2014/main" id="{80D0FC82-A9B1-BDA2-3C44-7ACCDC3B8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4584700"/>
            <a:ext cx="5743575" cy="7318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Droits_Acces</a:t>
            </a:r>
          </a:p>
        </p:txBody>
      </p:sp>
      <p:sp>
        <p:nvSpPr>
          <p:cNvPr id="324620" name="Rectangle 12">
            <a:extLst>
              <a:ext uri="{FF2B5EF4-FFF2-40B4-BE49-F238E27FC236}">
                <a16:creationId xmlns:a16="http://schemas.microsoft.com/office/drawing/2014/main" id="{7B14031C-5E55-84E5-D2D7-3277BBE67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5311775"/>
            <a:ext cx="5743576" cy="136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dirty="0"/>
              <a:t>+ </a:t>
            </a:r>
            <a:r>
              <a:rPr lang="fr-FR" altLang="fr-FR" u="sng" dirty="0" err="1"/>
              <a:t>LesDroits</a:t>
            </a:r>
            <a:r>
              <a:rPr lang="fr-FR" altLang="fr-FR" u="sng" dirty="0"/>
              <a:t> </a:t>
            </a:r>
          </a:p>
          <a:p>
            <a:pPr algn="ctr"/>
            <a:r>
              <a:rPr lang="fr-FR" altLang="fr-FR" dirty="0"/>
              <a:t>(ensemble de triplets (</a:t>
            </a:r>
            <a:r>
              <a:rPr lang="fr-FR" altLang="fr-FR" dirty="0" err="1"/>
              <a:t>fichier,utilisateur,droit</a:t>
            </a:r>
            <a:r>
              <a:rPr lang="fr-FR" altLang="fr-FR" dirty="0"/>
              <a:t>))</a:t>
            </a:r>
          </a:p>
        </p:txBody>
      </p:sp>
      <p:sp>
        <p:nvSpPr>
          <p:cNvPr id="324627" name="Rectangle 19">
            <a:extLst>
              <a:ext uri="{FF2B5EF4-FFF2-40B4-BE49-F238E27FC236}">
                <a16:creationId xmlns:a16="http://schemas.microsoft.com/office/drawing/2014/main" id="{B8F44930-0180-571C-906D-FBA632BF2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2438" y="3602038"/>
            <a:ext cx="8691562" cy="1125537"/>
          </a:xfrm>
          <a:noFill/>
          <a:ln/>
        </p:spPr>
        <p:txBody>
          <a:bodyPr/>
          <a:lstStyle/>
          <a:p>
            <a:endParaRPr lang="fr-FR" altLang="fr-FR" dirty="0"/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peut devenir :</a:t>
            </a:r>
          </a:p>
          <a:p>
            <a:pPr lvl="1"/>
            <a:endParaRPr lang="fr-FR" altLang="fr-FR" dirty="0"/>
          </a:p>
          <a:p>
            <a:pPr lvl="1"/>
            <a:endParaRPr lang="fr-FR" altLang="fr-FR" dirty="0"/>
          </a:p>
          <a:p>
            <a:endParaRPr lang="fr-FR" altLang="fr-FR" dirty="0"/>
          </a:p>
          <a:p>
            <a:endParaRPr lang="fr-FR" altLang="fr-FR" dirty="0"/>
          </a:p>
          <a:p>
            <a:endParaRPr lang="fr-FR" altLang="fr-FR" dirty="0"/>
          </a:p>
          <a:p>
            <a:endParaRPr lang="fr-FR" altLang="fr-FR" dirty="0"/>
          </a:p>
          <a:p>
            <a:r>
              <a:rPr lang="fr-FR" altLang="fr-FR" dirty="0"/>
              <a:t>		</a:t>
            </a:r>
          </a:p>
          <a:p>
            <a:r>
              <a:rPr lang="fr-FR" altLang="fr-FR" dirty="0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dirty="0"/>
              <a:t>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>
            <a:extLst>
              <a:ext uri="{FF2B5EF4-FFF2-40B4-BE49-F238E27FC236}">
                <a16:creationId xmlns:a16="http://schemas.microsoft.com/office/drawing/2014/main" id="{D580778B-3D23-7D0F-AA0E-F57CDBF69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0238" y="609600"/>
            <a:ext cx="8285162" cy="1143000"/>
          </a:xfrm>
        </p:spPr>
        <p:txBody>
          <a:bodyPr/>
          <a:lstStyle/>
          <a:p>
            <a:r>
              <a:rPr lang="fr-FR" altLang="fr-FR"/>
              <a:t>Traduire les qualifications</a:t>
            </a:r>
          </a:p>
        </p:txBody>
      </p:sp>
      <p:sp>
        <p:nvSpPr>
          <p:cNvPr id="353283" name="Rectangle 3">
            <a:extLst>
              <a:ext uri="{FF2B5EF4-FFF2-40B4-BE49-F238E27FC236}">
                <a16:creationId xmlns:a16="http://schemas.microsoft.com/office/drawing/2014/main" id="{115E9C37-7983-124D-C672-5F203E998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981200"/>
            <a:ext cx="8108950" cy="1644650"/>
          </a:xfrm>
        </p:spPr>
        <p:txBody>
          <a:bodyPr/>
          <a:lstStyle/>
          <a:p>
            <a:r>
              <a:rPr lang="fr-FR" altLang="fr-FR"/>
              <a:t>On peut également choisir un seul sens (deux choix) ou les deux sens.</a:t>
            </a:r>
          </a:p>
          <a:p>
            <a:r>
              <a:rPr lang="fr-FR" altLang="fr-FR"/>
              <a:t>Exemple :</a:t>
            </a:r>
          </a:p>
          <a:p>
            <a:pPr>
              <a:buFont typeface="Monotype Sorts" pitchFamily="2" charset="2"/>
              <a:buNone/>
            </a:pPr>
            <a:endParaRPr lang="fr-FR" altLang="fr-FR"/>
          </a:p>
        </p:txBody>
      </p:sp>
      <p:sp>
        <p:nvSpPr>
          <p:cNvPr id="353284" name="Rectangle 4">
            <a:extLst>
              <a:ext uri="{FF2B5EF4-FFF2-40B4-BE49-F238E27FC236}">
                <a16:creationId xmlns:a16="http://schemas.microsoft.com/office/drawing/2014/main" id="{25468BEA-C612-CA83-E665-6AF612A85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3870325"/>
            <a:ext cx="1985963" cy="1368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Course</a:t>
            </a:r>
          </a:p>
          <a:p>
            <a:pPr algn="ctr"/>
            <a:endParaRPr lang="fr-FR" altLang="fr-FR" b="1"/>
          </a:p>
          <a:p>
            <a:pPr algn="ctr"/>
            <a:r>
              <a:rPr lang="fr-FR" altLang="fr-FR" b="1"/>
              <a:t>identifCourse</a:t>
            </a:r>
          </a:p>
        </p:txBody>
      </p:sp>
      <p:sp>
        <p:nvSpPr>
          <p:cNvPr id="353285" name="Rectangle 5">
            <a:extLst>
              <a:ext uri="{FF2B5EF4-FFF2-40B4-BE49-F238E27FC236}">
                <a16:creationId xmlns:a16="http://schemas.microsoft.com/office/drawing/2014/main" id="{DC21806F-66DC-CCFE-B77D-7BB577801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3806825"/>
            <a:ext cx="2232025" cy="1079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fr-FR" altLang="fr-FR" b="1"/>
              <a:t>Pilote</a:t>
            </a:r>
          </a:p>
        </p:txBody>
      </p:sp>
      <p:sp>
        <p:nvSpPr>
          <p:cNvPr id="353286" name="Line 6">
            <a:extLst>
              <a:ext uri="{FF2B5EF4-FFF2-40B4-BE49-F238E27FC236}">
                <a16:creationId xmlns:a16="http://schemas.microsoft.com/office/drawing/2014/main" id="{C717BCA5-9968-EC59-C808-3D8B4ACD99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90925" y="4383088"/>
            <a:ext cx="258921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53287" name="Text Box 7">
            <a:extLst>
              <a:ext uri="{FF2B5EF4-FFF2-40B4-BE49-F238E27FC236}">
                <a16:creationId xmlns:a16="http://schemas.microsoft.com/office/drawing/2014/main" id="{AD27680E-2A81-8EC8-66D8-D3CD60B14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450" y="3879850"/>
            <a:ext cx="1247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/>
              <a:t>participe</a:t>
            </a:r>
          </a:p>
        </p:txBody>
      </p:sp>
      <p:sp>
        <p:nvSpPr>
          <p:cNvPr id="353288" name="Rectangle 8">
            <a:extLst>
              <a:ext uri="{FF2B5EF4-FFF2-40B4-BE49-F238E27FC236}">
                <a16:creationId xmlns:a16="http://schemas.microsoft.com/office/drawing/2014/main" id="{469B5730-2B7C-B0BC-6152-8602BEACE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4086225"/>
            <a:ext cx="129540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53289" name="Rectangle 9">
            <a:extLst>
              <a:ext uri="{FF2B5EF4-FFF2-40B4-BE49-F238E27FC236}">
                <a16:creationId xmlns:a16="http://schemas.microsoft.com/office/drawing/2014/main" id="{C1A519D9-0371-EC72-DDE2-383DCE8BB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4140200"/>
            <a:ext cx="1268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/>
              <a:t>ndossard</a:t>
            </a:r>
          </a:p>
        </p:txBody>
      </p:sp>
      <p:sp>
        <p:nvSpPr>
          <p:cNvPr id="353290" name="Text Box 10">
            <a:extLst>
              <a:ext uri="{FF2B5EF4-FFF2-40B4-BE49-F238E27FC236}">
                <a16:creationId xmlns:a16="http://schemas.microsoft.com/office/drawing/2014/main" id="{B7ADF874-8BE9-5E54-A7B3-65C5E419D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3" y="4310063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/>
              <a:t>1..*</a:t>
            </a:r>
          </a:p>
        </p:txBody>
      </p:sp>
      <p:sp>
        <p:nvSpPr>
          <p:cNvPr id="353291" name="Text Box 11">
            <a:extLst>
              <a:ext uri="{FF2B5EF4-FFF2-40B4-BE49-F238E27FC236}">
                <a16:creationId xmlns:a16="http://schemas.microsoft.com/office/drawing/2014/main" id="{A99F6A87-5EE0-CD9B-AB4F-55E772949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75" y="4397375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/>
              <a:t>0..1</a:t>
            </a:r>
          </a:p>
        </p:txBody>
      </p:sp>
      <p:sp>
        <p:nvSpPr>
          <p:cNvPr id="353292" name="Line 12">
            <a:extLst>
              <a:ext uri="{FF2B5EF4-FFF2-40B4-BE49-F238E27FC236}">
                <a16:creationId xmlns:a16="http://schemas.microsoft.com/office/drawing/2014/main" id="{C9544714-0C97-6E8A-1E31-BEC851ED5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" y="4473575"/>
            <a:ext cx="1962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7" name="Rectangle 3">
            <a:extLst>
              <a:ext uri="{FF2B5EF4-FFF2-40B4-BE49-F238E27FC236}">
                <a16:creationId xmlns:a16="http://schemas.microsoft.com/office/drawing/2014/main" id="{881B4C7E-7F07-8598-51D2-A4372E57C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01750"/>
            <a:ext cx="8748712" cy="10795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fr-FR" altLang="fr-FR" sz="100"/>
          </a:p>
          <a:p>
            <a:pPr>
              <a:lnSpc>
                <a:spcPct val="80000"/>
              </a:lnSpc>
            </a:pPr>
            <a:r>
              <a:rPr lang="fr-FR" altLang="fr-FR" sz="3600"/>
              <a:t>Soit un ensembles (par exemple un HashMap) de couples (nodossard, instance de pilote) dans la course</a:t>
            </a:r>
          </a:p>
          <a:p>
            <a:pPr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r>
              <a:rPr lang="fr-FR" altLang="fr-FR" sz="3600"/>
              <a:t>Soit un ensemble de couples (par exemple, un HashMap) de couples (nodossard, instance de course) dans le pilote</a:t>
            </a:r>
          </a:p>
          <a:p>
            <a:pPr>
              <a:lnSpc>
                <a:spcPct val="80000"/>
              </a:lnSpc>
            </a:pPr>
            <a:endParaRPr lang="fr-FR" altLang="fr-FR" sz="3600"/>
          </a:p>
          <a:p>
            <a:pPr>
              <a:lnSpc>
                <a:spcPct val="80000"/>
              </a:lnSpc>
            </a:pPr>
            <a:r>
              <a:rPr lang="fr-FR" altLang="fr-FR" sz="3600"/>
              <a:t>Soit les deux…</a:t>
            </a:r>
          </a:p>
          <a:p>
            <a:pPr>
              <a:lnSpc>
                <a:spcPct val="80000"/>
              </a:lnSpc>
            </a:pPr>
            <a:endParaRPr lang="fr-FR" altLang="fr-FR" sz="3700"/>
          </a:p>
          <a:p>
            <a:pPr>
              <a:lnSpc>
                <a:spcPct val="80000"/>
              </a:lnSpc>
            </a:pPr>
            <a:endParaRPr lang="fr-FR" altLang="fr-FR"/>
          </a:p>
          <a:p>
            <a:pPr>
              <a:lnSpc>
                <a:spcPct val="80000"/>
              </a:lnSpc>
            </a:pPr>
            <a:endParaRPr lang="fr-FR" altLang="fr-FR" sz="1000"/>
          </a:p>
          <a:p>
            <a:pPr>
              <a:lnSpc>
                <a:spcPct val="80000"/>
              </a:lnSpc>
            </a:pPr>
            <a:endParaRPr lang="fr-FR" altLang="fr-FR" sz="40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300"/>
              <a:t>	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300"/>
              <a:t>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fr-FR" altLang="fr-FR" sz="300"/>
              <a:t>    </a:t>
            </a:r>
          </a:p>
        </p:txBody>
      </p:sp>
      <p:sp>
        <p:nvSpPr>
          <p:cNvPr id="354321" name="Rectangle 17">
            <a:extLst>
              <a:ext uri="{FF2B5EF4-FFF2-40B4-BE49-F238E27FC236}">
                <a16:creationId xmlns:a16="http://schemas.microsoft.com/office/drawing/2014/main" id="{73CE28FB-2FE7-004F-23A3-8465828EE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025" y="249238"/>
            <a:ext cx="8285163" cy="1143000"/>
          </a:xfrm>
          <a:noFill/>
          <a:ln/>
        </p:spPr>
        <p:txBody>
          <a:bodyPr/>
          <a:lstStyle/>
          <a:p>
            <a:r>
              <a:rPr lang="fr-FR" altLang="fr-FR"/>
              <a:t>Traduire les qualifications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jet d'ordre général (standard)">
  <a:themeElements>
    <a:clrScheme name="Sujet d'ordre général (standard) 2">
      <a:dk1>
        <a:srgbClr val="800000"/>
      </a:dk1>
      <a:lt1>
        <a:srgbClr val="FFFFFF"/>
      </a:lt1>
      <a:dk2>
        <a:srgbClr val="000000"/>
      </a:dk2>
      <a:lt2>
        <a:srgbClr val="FFFFCC"/>
      </a:lt2>
      <a:accent1>
        <a:srgbClr val="000000"/>
      </a:accent1>
      <a:accent2>
        <a:srgbClr val="000099"/>
      </a:accent2>
      <a:accent3>
        <a:srgbClr val="AAAAAA"/>
      </a:accent3>
      <a:accent4>
        <a:srgbClr val="DADADA"/>
      </a:accent4>
      <a:accent5>
        <a:srgbClr val="AAAAAA"/>
      </a:accent5>
      <a:accent6>
        <a:srgbClr val="00008A"/>
      </a:accent6>
      <a:hlink>
        <a:srgbClr val="800000"/>
      </a:hlink>
      <a:folHlink>
        <a:srgbClr val="000000"/>
      </a:folHlink>
    </a:clrScheme>
    <a:fontScheme name="Sujet d'ordre général (standard)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Sujet d'ordre général (standard)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jet d'ordre général (standard)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jet d'ordre général (standard)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Office\Modèles\Présentations\Sujet d'ordre général (standard).pot</Template>
  <TotalTime>2645</TotalTime>
  <Words>730</Words>
  <Application>Microsoft Office PowerPoint</Application>
  <PresentationFormat>Affichage à l'écran (4:3)</PresentationFormat>
  <Paragraphs>353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Arial Narrow</vt:lpstr>
      <vt:lpstr>Monotype Sorts</vt:lpstr>
      <vt:lpstr>Times New Roman</vt:lpstr>
      <vt:lpstr>Sujet d'ordre général (standard)</vt:lpstr>
      <vt:lpstr>La conception des objets</vt:lpstr>
      <vt:lpstr>La conception des objets : traduction des associations </vt:lpstr>
      <vt:lpstr>La conception des objets : traduction des associations </vt:lpstr>
      <vt:lpstr>La conception des objets : traduction des associations </vt:lpstr>
      <vt:lpstr>La conception des objets : traduction des associations </vt:lpstr>
      <vt:lpstr>La conception des objets : traduction des associations</vt:lpstr>
      <vt:lpstr>La conception des objets : traduction des associations</vt:lpstr>
      <vt:lpstr>La conception des objets : traduction des associations</vt:lpstr>
      <vt:lpstr>La conception des objets : traduction des associations</vt:lpstr>
      <vt:lpstr>La conception des objets : traduction des associations</vt:lpstr>
      <vt:lpstr>La conception des objets : traduction des associations</vt:lpstr>
      <vt:lpstr>La conception des objets : traduction des associations</vt:lpstr>
      <vt:lpstr>La conception des objets : traduction des associations</vt:lpstr>
      <vt:lpstr>La conception des objets : traduction des associations</vt:lpstr>
      <vt:lpstr>Traduire les qualifications</vt:lpstr>
      <vt:lpstr>Traduire les qualifications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Elements de base du langage Java</dc:title>
  <dc:creator>LIETARD</dc:creator>
  <cp:lastModifiedBy>Ludovic Lietard</cp:lastModifiedBy>
  <cp:revision>175</cp:revision>
  <dcterms:created xsi:type="dcterms:W3CDTF">2004-02-09T16:19:32Z</dcterms:created>
  <dcterms:modified xsi:type="dcterms:W3CDTF">2026-05-19T10:26:45Z</dcterms:modified>
</cp:coreProperties>
</file>